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1F4E78"/>
                </a:solidFill>
                <a:latin typeface="Liberation Serif"/>
              </a:rPr>
              <a:t>Quarterly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333333"/>
                </a:solidFill>
                <a:latin typeface="Liberation Sans"/>
              </a:rPr>
              <a:t>Revenue, retention, and 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2000-01-01T00:00:00Z</dcterms:created>
  <dcterms:modified xsi:type="dcterms:W3CDTF">2000-01-01T00:00:00Z</dcterms:modified>
  <cp:category/>
</cp:coreProperties>
</file>