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1F4E78"/>
                </a:solidFill>
                <a:latin typeface="Liberation Serif"/>
              </a:rPr>
              <a:t>Quarterly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333333"/>
                </a:solidFill>
                <a:latin typeface="Liberation Sans"/>
              </a:rPr>
              <a:t>Revenue, retention, and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