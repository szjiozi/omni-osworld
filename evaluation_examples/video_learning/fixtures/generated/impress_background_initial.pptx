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222222"/>
                </a:solidFill>
                <a:latin typeface="Liberation Sans"/>
              </a:rPr>
              <a:t>Customer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33333"/>
                </a:solidFill>
                <a:latin typeface="Liberation Sans"/>
              </a:rPr>
              <a:t>Three teams and what they learned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