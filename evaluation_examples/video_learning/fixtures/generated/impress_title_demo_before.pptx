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>
                <a:solidFill>
                  <a:srgbClr val="222222"/>
                </a:solidFill>
                <a:latin typeface="Liberation Sans"/>
              </a:rPr>
              <a:t>Research 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>
                <a:solidFill>
                  <a:srgbClr val="333333"/>
                </a:solidFill>
                <a:latin typeface="Liberation Sans"/>
              </a:rPr>
              <a:t>Methods, findings, and open 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