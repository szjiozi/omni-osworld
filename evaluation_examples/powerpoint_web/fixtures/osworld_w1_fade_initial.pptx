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82F4A-73C7-4C91-A82E-8299F0A924E0}" v="1" dt="2026-07-29T17:54:05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Revenue, retention,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Quarterly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2000-01-01T00:00:00Z</dcterms:created>
  <dcterms:modified xsi:type="dcterms:W3CDTF">2026-07-29T17:58:36Z</dcterms:modified>
  <cp:category/>
</cp:coreProperties>
</file>