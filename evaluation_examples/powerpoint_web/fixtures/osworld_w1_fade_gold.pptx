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782F4A-73C7-4C91-A82E-8299F0A924E0}" v="1" dt="2026-07-29T17:54:05.2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solidFill>
                  <a:srgbClr val="222222"/>
                </a:solidFill>
                <a:latin typeface="Liberation Sans"/>
              </a:rPr>
              <a:t>Quarterly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333333"/>
                </a:solidFill>
                <a:latin typeface="Liberation Sans"/>
              </a:rPr>
              <a:t>Revenue, retention, and next steps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Quarterly Review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3</cp:revision>
  <dcterms:created xsi:type="dcterms:W3CDTF">2000-01-01T00:00:00Z</dcterms:created>
  <dcterms:modified xsi:type="dcterms:W3CDTF">2026-07-29T17:58:36Z</dcterms:modified>
  <cp:category/>
</cp:coreProperties>
</file>