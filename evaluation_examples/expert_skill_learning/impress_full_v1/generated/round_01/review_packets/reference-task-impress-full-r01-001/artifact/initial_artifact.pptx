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61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4A"/>
          </a:solidFill>
          <a:ln w="15875">
            <a:solidFill>
              <a:srgbClr val="0B3D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6309360" cy="96012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3D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Harbor Pollinator 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2606040"/>
            <a:ext cx="5394960" cy="59436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Saturday, May 18  •  Pier Garden, Harborfront</a:t>
            </a:r>
            <a:endParaRPr lang="en-US" sz="1700" dirty="0"/>
          </a:p>
        </p:txBody>
      </p:sp>
      <p:pic>
        <p:nvPicPr>
          <p:cNvPr id="5" name="Image 0" descr="cover_botanical_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34440"/>
            <a:ext cx="470916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" y="5166360"/>
            <a:ext cx="713232" cy="713232"/>
          </a:xfrm>
          <a:prstGeom prst="ellipse">
            <a:avLst/>
          </a:prstGeom>
          <a:solidFill>
            <a:srgbClr val="007C83"/>
          </a:solidFill>
          <a:ln w="15875">
            <a:solidFill>
              <a:srgbClr val="007C8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7132320" cy="566928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3D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Volunteer schedule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6583680" cy="347472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morning rhythm for restoring shoreline habitat.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1965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343400" y="2743200"/>
            <a:ext cx="3520440" cy="1965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8046720" y="2743200"/>
            <a:ext cx="3520440" cy="1965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932688" y="3227832"/>
            <a:ext cx="2880360" cy="868680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9:00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 at Pier Garden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36008" y="3227832"/>
            <a:ext cx="2880360" cy="868680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9:30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 shoreline natives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39328" y="3227832"/>
            <a:ext cx="2880360" cy="868680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11:30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tools and sort compost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49040" y="5358384"/>
            <a:ext cx="3977640" cy="822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950208" y="5486400"/>
            <a:ext cx="3566160" cy="566928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water, sun protection, and gloves.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u="sng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by Friday</a:t>
            </a:r>
            <a:r>
              <a:rPr lang="en-US" sz="13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reserve a planting kit.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59</Words>
  <Application>Microsoft Macintosh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Pollinator Day</dc:title>
  <dc:subject>Synthetic editable reference-task initial artifact</dc:subject>
  <dc:creator>OSWorld Expert Skill Reference Pipeline</dc:creator>
  <cp:lastModifiedBy>ChenJunzhi</cp:lastModifiedBy>
  <cp:revision>2</cp:revision>
  <dcterms:created xsi:type="dcterms:W3CDTF">2026-08-25T12:48:24Z</dcterms:created>
  <dcterms:modified xsi:type="dcterms:W3CDTF">2026-08-26T05:03:58Z</dcterms:modified>
</cp:coreProperties>
</file>