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4A"/>
          </a:solidFill>
          <a:ln w="15875">
            <a:solidFill>
              <a:srgbClr val="0B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08760"/>
            <a:ext cx="6309360" cy="96012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D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Harbor Pollinator 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8096" y="2606040"/>
            <a:ext cx="5394960" cy="594360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Saturday, May 18  •  Pier Garden, Harborfront</a:t>
            </a:r>
            <a:endParaRPr lang="en-US" sz="1700" dirty="0"/>
          </a:p>
        </p:txBody>
      </p:sp>
      <p:pic>
        <p:nvPicPr>
          <p:cNvPr id="5" name="Image 0" descr="cover_botanical_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470916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" y="5166360"/>
            <a:ext cx="713232" cy="713232"/>
          </a:xfrm>
          <a:prstGeom prst="ellipse">
            <a:avLst/>
          </a:prstGeom>
          <a:solidFill>
            <a:srgbClr val="007C83"/>
          </a:solidFill>
          <a:ln w="15875">
            <a:solidFill>
              <a:srgbClr val="007C8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7132320" cy="566928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3D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Volunteer schedule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6583680" cy="347472"/>
          </a:xfrm>
          <a:prstGeom prst="rect">
            <a:avLst/>
          </a:prstGeom>
          <a:solidFill>
            <a:srgbClr val="FFFDF7">
              <a:alpha val="0"/>
            </a:srgbClr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morning rhythm for restoring shoreline habitat.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520440" cy="1965960"/>
          </a:xfrm>
          <a:prstGeom prst="roundRect">
            <a:avLst/>
          </a:prstGeom>
          <a:solidFill>
            <a:srgbClr val="E8F1EE"/>
          </a:solidFill>
          <a:ln w="15875">
            <a:solidFill>
              <a:srgbClr val="B8D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2743200"/>
            <a:ext cx="3520440" cy="1965960"/>
          </a:xfrm>
          <a:prstGeom prst="roundRect">
            <a:avLst/>
          </a:prstGeom>
          <a:solidFill>
            <a:srgbClr val="E8F1EE"/>
          </a:solidFill>
          <a:ln w="15875">
            <a:solidFill>
              <a:srgbClr val="B8D5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743200"/>
            <a:ext cx="3520440" cy="1965960"/>
          </a:xfrm>
          <a:prstGeom prst="roundRect">
            <a:avLst/>
          </a:prstGeom>
          <a:solidFill>
            <a:srgbClr val="E8F1EE"/>
          </a:solidFill>
          <a:ln w="15875">
            <a:solidFill>
              <a:srgbClr val="B8D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227832"/>
            <a:ext cx="2880360" cy="868680"/>
          </a:xfrm>
          <a:prstGeom prst="rect">
            <a:avLst/>
          </a:prstGeom>
          <a:solidFill>
            <a:srgbClr val="E8F1EE">
              <a:alpha val="0"/>
            </a:srgbClr>
          </a:solidFill>
          <a:ln>
            <a:solidFill>
              <a:srgbClr val="E8F1E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9:00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 at Pier Garden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36008" y="3227832"/>
            <a:ext cx="2880360" cy="868680"/>
          </a:xfrm>
          <a:prstGeom prst="rect">
            <a:avLst/>
          </a:prstGeom>
          <a:solidFill>
            <a:srgbClr val="E8F1EE">
              <a:alpha val="0"/>
            </a:srgbClr>
          </a:solidFill>
          <a:ln>
            <a:solidFill>
              <a:srgbClr val="E8F1E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9:30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 shoreline natives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39328" y="3227832"/>
            <a:ext cx="2880360" cy="868680"/>
          </a:xfrm>
          <a:prstGeom prst="rect">
            <a:avLst/>
          </a:prstGeom>
          <a:solidFill>
            <a:srgbClr val="E8F1EE">
              <a:alpha val="0"/>
            </a:srgbClr>
          </a:solidFill>
          <a:ln>
            <a:solidFill>
              <a:srgbClr val="E8F1E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11:30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tools and sort compost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1572768"/>
            <a:ext cx="3977640" cy="822960"/>
          </a:xfrm>
          <a:prstGeom prst="roundRect">
            <a:avLst/>
          </a:prstGeom>
          <a:solidFill>
            <a:srgbClr val="E8F1EE"/>
          </a:solidFill>
          <a:ln w="15875">
            <a:solidFill>
              <a:srgbClr val="B8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00784"/>
            <a:ext cx="3566160" cy="566928"/>
          </a:xfrm>
          <a:prstGeom prst="rect">
            <a:avLst/>
          </a:prstGeom>
          <a:solidFill>
            <a:srgbClr val="E8F1EE">
              <a:alpha val="0"/>
            </a:srgbClr>
          </a:solidFill>
          <a:ln>
            <a:solidFill>
              <a:srgbClr val="E8F1E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water, sun protection, and gloves.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by Friday to reserve a planting kit.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 Pollinator Day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2026-08-25T12:48:24Z</dcterms:created>
  <dcterms:modified xsi:type="dcterms:W3CDTF">2026-08-25T12:48:24Z</dcterms:modified>
</cp:coreProperties>
</file>