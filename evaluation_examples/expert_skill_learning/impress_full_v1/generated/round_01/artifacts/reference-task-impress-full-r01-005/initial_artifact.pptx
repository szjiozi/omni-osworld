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51560"/>
            <a:ext cx="7040880" cy="658368"/>
          </a:xfrm>
          <a:prstGeom prst="rect">
            <a:avLst/>
          </a:prstGeom>
          <a:solidFill>
            <a:srgbClr val="F7F4EC">
              <a:alpha val="0"/>
            </a:srgbClr>
          </a:solidFill>
          <a:ln>
            <a:solidFill>
              <a:srgbClr val="F7F4E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Dawn Marsh Survey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8096" y="1847088"/>
            <a:ext cx="6309360" cy="493776"/>
          </a:xfrm>
          <a:prstGeom prst="rect">
            <a:avLst/>
          </a:prstGeom>
          <a:solidFill>
            <a:srgbClr val="F7F4EC">
              <a:alpha val="0"/>
            </a:srgbClr>
          </a:solidFill>
          <a:ln>
            <a:solidFill>
              <a:srgbClr val="F7F4E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3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Early field briefing · 14 May · Estuary team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0B3D4A"/>
          </a:solidFill>
          <a:ln w="15875">
            <a:solidFill>
              <a:srgbClr val="0B3D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880360"/>
            <a:ext cx="2240280" cy="475488"/>
          </a:xfrm>
          <a:prstGeom prst="roundRect">
            <a:avLst/>
          </a:prstGeom>
          <a:solidFill>
            <a:srgbClr val="D8E5DD"/>
          </a:solidFill>
          <a:ln w="15875">
            <a:solidFill>
              <a:srgbClr val="0B3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962656"/>
            <a:ext cx="2057400" cy="256032"/>
          </a:xfrm>
          <a:prstGeom prst="rect">
            <a:avLst/>
          </a:prstGeom>
          <a:solidFill>
            <a:srgbClr val="D8E5DD">
              <a:alpha val="0"/>
            </a:srgbClr>
          </a:solidFill>
          <a:ln>
            <a:solidFill>
              <a:srgbClr val="D8E5DD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NORTH BASIN MARSH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6784848" cy="841248"/>
          </a:xfrm>
          <a:prstGeom prst="roundRect">
            <a:avLst/>
          </a:prstGeom>
          <a:solidFill>
            <a:srgbClr val="D8E5DD"/>
          </a:solidFill>
          <a:ln w="15875">
            <a:solidFill>
              <a:srgbClr val="D8E5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66928"/>
            <a:ext cx="6309360" cy="493776"/>
          </a:xfrm>
          <a:prstGeom prst="rect">
            <a:avLst/>
          </a:prstGeom>
          <a:solidFill>
            <a:srgbClr val="F7F4EC">
              <a:alpha val="0"/>
            </a:srgbClr>
          </a:solidFill>
          <a:ln>
            <a:solidFill>
              <a:srgbClr val="F7F4E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3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Departure readiness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6446520" cy="365760"/>
          </a:xfrm>
          <a:prstGeom prst="roundRect">
            <a:avLst/>
          </a:prstGeom>
          <a:solidFill>
            <a:srgbClr val="D8E5DD"/>
          </a:solidFill>
          <a:ln w="15875">
            <a:solidFill>
              <a:srgbClr val="D8E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298448"/>
            <a:ext cx="5029200" cy="283464"/>
          </a:xfrm>
          <a:prstGeom prst="rect">
            <a:avLst/>
          </a:prstGeom>
          <a:solidFill>
            <a:srgbClr val="D8E5DD">
              <a:alpha val="0"/>
            </a:srgbClr>
          </a:solidFill>
          <a:ln>
            <a:solidFill>
              <a:srgbClr val="D8E5DD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Verify before leaving the staging point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27632"/>
            <a:ext cx="6446520" cy="2432304"/>
          </a:xfrm>
          <a:prstGeom prst="roundRect">
            <a:avLst/>
          </a:prstGeom>
          <a:solidFill>
            <a:srgbClr val="D8E5DD"/>
          </a:solidFill>
          <a:ln w="15875">
            <a:solidFill>
              <a:srgbClr val="0B3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47672"/>
            <a:ext cx="5394960" cy="1554480"/>
          </a:xfrm>
          <a:prstGeom prst="rect">
            <a:avLst/>
          </a:prstGeom>
          <a:solidFill>
            <a:srgbClr val="D8E5DD">
              <a:alpha val="0"/>
            </a:srgbClr>
          </a:solidFill>
          <a:ln>
            <a:solidFill>
              <a:srgbClr val="D8E5DD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3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Calibrate water meter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B3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Pack sample envelopes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B3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Confirm trail access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8096" y="4352544"/>
            <a:ext cx="3520440" cy="411480"/>
          </a:xfrm>
          <a:prstGeom prst="rect">
            <a:avLst/>
          </a:prstGeom>
          <a:solidFill>
            <a:srgbClr val="F7F4EC">
              <a:alpha val="0"/>
            </a:srgbClr>
          </a:solidFill>
          <a:ln>
            <a:solidFill>
              <a:srgbClr val="F7F4E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3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Launch window: 08:30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6656" y="4828032"/>
            <a:ext cx="3584448" cy="786384"/>
          </a:xfrm>
          <a:prstGeom prst="roundRect">
            <a:avLst/>
          </a:prstGeom>
          <a:solidFill>
            <a:srgbClr val="D8E5DD"/>
          </a:solidFill>
          <a:ln w="15875">
            <a:solidFill>
              <a:srgbClr val="D8E5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001768"/>
            <a:ext cx="3072384" cy="438912"/>
          </a:xfrm>
          <a:prstGeom prst="rect">
            <a:avLst/>
          </a:prstGeom>
          <a:solidFill>
            <a:srgbClr val="F7F4EC">
              <a:alpha val="0"/>
            </a:srgbClr>
          </a:solidFill>
          <a:ln>
            <a:solidFill>
              <a:srgbClr val="0B3D4A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Carry spare batteries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571232" y="4096512"/>
            <a:ext cx="3840480" cy="1133856"/>
          </a:xfrm>
          <a:prstGeom prst="roundRect">
            <a:avLst/>
          </a:prstGeom>
          <a:solidFill>
            <a:srgbClr val="D8E5DD"/>
          </a:solidFill>
          <a:ln w="15875">
            <a:solidFill>
              <a:srgbClr val="D8E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45552" y="4297680"/>
            <a:ext cx="3291840" cy="713232"/>
          </a:xfrm>
          <a:prstGeom prst="rect">
            <a:avLst/>
          </a:prstGeom>
          <a:solidFill>
            <a:srgbClr val="F7F4EC">
              <a:alpha val="0"/>
            </a:srgbClr>
          </a:solidFill>
          <a:ln>
            <a:solidFill>
              <a:srgbClr val="F7F4EC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3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Route note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B3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 boardwalk entrance 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26880" y="1005840"/>
            <a:ext cx="347472" cy="347472"/>
          </a:xfrm>
          <a:prstGeom prst="ellipse">
            <a:avLst/>
          </a:prstGeom>
          <a:solidFill>
            <a:srgbClr val="D8E5DD"/>
          </a:solidFill>
          <a:ln w="15875">
            <a:solidFill>
              <a:srgbClr val="D8E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38944" y="1188720"/>
            <a:ext cx="347472" cy="347472"/>
          </a:xfrm>
          <a:prstGeom prst="ellipse">
            <a:avLst/>
          </a:prstGeom>
          <a:solidFill>
            <a:srgbClr val="D8E5DD"/>
          </a:solidFill>
          <a:ln w="15875">
            <a:solidFill>
              <a:srgbClr val="D8E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14432" y="932688"/>
            <a:ext cx="347472" cy="347472"/>
          </a:xfrm>
          <a:prstGeom prst="ellipse">
            <a:avLst/>
          </a:prstGeom>
          <a:solidFill>
            <a:srgbClr val="D8E5DD"/>
          </a:solidFill>
          <a:ln w="15875">
            <a:solidFill>
              <a:srgbClr val="D8E5D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OSWorld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Dawn Marsh Survey</dc:title>
  <dc:subject>Synthetic editable reference-task initial artifact</dc:subject>
  <dc:creator>OSWorld Expert Skill Reference Pipeline</dc:creator>
  <cp:lastModifiedBy>OSWorld Expert Skill Reference Pipeline</cp:lastModifiedBy>
  <cp:revision>1</cp:revision>
  <dcterms:created xsi:type="dcterms:W3CDTF">2026-08-25T12:48:31Z</dcterms:created>
  <dcterms:modified xsi:type="dcterms:W3CDTF">2026-08-25T12:48:31Z</dcterms:modified>
</cp:coreProperties>
</file>