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58368"/>
            <a:ext cx="1920240" cy="82296"/>
          </a:xfrm>
          <a:prstGeom prst="rect">
            <a:avLst/>
          </a:prstGeom>
          <a:solidFill>
            <a:srgbClr val="C4512D"/>
          </a:solidFill>
          <a:ln w="15875">
            <a:solidFill>
              <a:srgbClr val="C451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371600"/>
            <a:ext cx="7863840" cy="1234440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355C4D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Community Garden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355C4D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Field Brief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2880360"/>
            <a:ext cx="6035040" cy="411480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4512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Saturday volunteer walk-through</a:t>
            </a:r>
            <a:endParaRPr lang="en-US" sz="1700" dirty="0"/>
          </a:p>
        </p:txBody>
      </p:sp>
      <p:pic>
        <p:nvPicPr>
          <p:cNvPr id="5" name="Image 0" descr="cover_seedling_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28" y="841248"/>
            <a:ext cx="26060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2834640" cy="274320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512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FIELD WALK • EAST GATE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5349240" cy="640080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55C4D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Start at the east gate</a:t>
            </a:r>
            <a:endParaRPr lang="en-US" sz="2500" dirty="0"/>
          </a:p>
        </p:txBody>
      </p:sp>
      <p:pic>
        <p:nvPicPr>
          <p:cNvPr id="4" name="Image 0" descr="garden_bed_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856232"/>
            <a:ext cx="1512000" cy="9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680" y="3017520"/>
            <a:ext cx="2651760" cy="384048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55C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Raised beds: herbs + greens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4114800"/>
            <a:ext cx="5074920" cy="1874520"/>
          </a:xfrm>
          <a:prstGeom prst="roundRect">
            <a:avLst/>
          </a:prstGeom>
          <a:solidFill>
            <a:srgbClr val="F4E5C7"/>
          </a:solidFill>
          <a:ln w="15875">
            <a:solidFill>
              <a:srgbClr val="E3A8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4361688"/>
            <a:ext cx="4297680" cy="384048"/>
          </a:xfrm>
          <a:prstGeom prst="rect">
            <a:avLst/>
          </a:prstGeom>
          <a:solidFill>
            <a:srgbClr val="F4E5C7">
              <a:alpha val="0"/>
            </a:srgbClr>
          </a:solidFill>
          <a:ln>
            <a:solidFill>
              <a:srgbClr val="F4E5C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512D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Morning Walk Checklist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4919472"/>
            <a:ext cx="4297680" cy="320040"/>
          </a:xfrm>
          <a:prstGeom prst="rect">
            <a:avLst/>
          </a:prstGeom>
          <a:solidFill>
            <a:srgbClr val="F4E5C7">
              <a:alpha val="0"/>
            </a:srgbClr>
          </a:solidFill>
          <a:ln>
            <a:solidFill>
              <a:srgbClr val="F4E5C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55C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Check hose connections at each spigot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5376672"/>
            <a:ext cx="4297680" cy="320040"/>
          </a:xfrm>
          <a:prstGeom prst="rect">
            <a:avLst/>
          </a:prstGeom>
          <a:solidFill>
            <a:srgbClr val="F4E5C7">
              <a:alpha val="0"/>
            </a:srgbClr>
          </a:solidFill>
          <a:ln>
            <a:solidFill>
              <a:srgbClr val="F4E5C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55C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Note ripe produce for the welcome table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" y="594360"/>
            <a:ext cx="3017520" cy="274320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512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VOLUNTEER ASSIGNMENTS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59536" y="950976"/>
            <a:ext cx="6583680" cy="548640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55C4D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Walk-through assignments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1627632"/>
            <a:ext cx="7772400" cy="365760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55C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Confirm each stop, then return materials to the welcome desk.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331720"/>
          <a:ext cx="9966960" cy="2468880"/>
        </p:xfrm>
        <a:graphic>
          <a:graphicData uri="http://schemas.openxmlformats.org/drawingml/2006/table">
            <a:tbl>
              <a:tblPr/>
              <a:tblGrid>
                <a:gridCol w="2491740"/>
                <a:gridCol w="2491740"/>
                <a:gridCol w="2491740"/>
                <a:gridCol w="2491740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Bed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1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Window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1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Guide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1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Gear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1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55C4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Herb border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55C4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9:00–9:20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55C4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Maya R.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55C4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Plant tags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55C4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Tomato row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55C4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9:20–9:45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55C4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Jon P.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55C4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Twine + clips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55C4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Compost corner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55C4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9:45–10:05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55C4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Inez L.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55C4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Moisture meter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" y="5715000"/>
            <a:ext cx="7772400" cy="320040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55C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Report route changes or supply needs to the welcome desk.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58368" y="2331720"/>
            <a:ext cx="109728" cy="2468880"/>
          </a:xfrm>
          <a:prstGeom prst="rect">
            <a:avLst/>
          </a:prstGeom>
          <a:solidFill>
            <a:srgbClr val="C4512D"/>
          </a:solidFill>
          <a:ln w="15875">
            <a:solidFill>
              <a:srgbClr val="C4512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OSWorld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Garden Field Brief</dc:title>
  <dc:subject>Synthetic editable reference-task initial artifact</dc:subject>
  <dc:creator>OSWorld Expert Skill Reference Pipeline</dc:creator>
  <cp:lastModifiedBy>OSWorld Expert Skill Reference Pipeline</cp:lastModifiedBy>
  <cp:revision>1</cp:revision>
  <dcterms:created xsi:type="dcterms:W3CDTF">2026-08-25T12:48:29Z</dcterms:created>
  <dcterms:modified xsi:type="dcterms:W3CDTF">2026-08-25T12:48:29Z</dcterms:modified>
</cp:coreProperties>
</file>