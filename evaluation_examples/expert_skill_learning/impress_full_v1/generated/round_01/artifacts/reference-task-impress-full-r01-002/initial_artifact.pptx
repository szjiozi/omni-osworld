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51560"/>
            <a:ext cx="10698480" cy="640080"/>
          </a:xfrm>
          <a:prstGeom prst="rect">
            <a:avLst/>
          </a:prstGeom>
          <a:solidFill>
            <a:srgbClr val="F7F3EA">
              <a:alpha val="0"/>
            </a:srgbClr>
          </a:solidFill>
          <a:ln>
            <a:solidFill>
              <a:srgbClr val="F7F3EA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After-Dark Market Plan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49808" y="1828800"/>
            <a:ext cx="7772400" cy="457200"/>
          </a:xfrm>
          <a:prstGeom prst="rect">
            <a:avLst/>
          </a:prstGeom>
          <a:solidFill>
            <a:srgbClr val="F7F3EA">
              <a:alpha val="0"/>
            </a:srgbClr>
          </a:solidFill>
          <a:ln>
            <a:solidFill>
              <a:srgbClr val="F7F3EA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2A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Council preview • Saturday pilot on Cedar Avenue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49808" y="2743200"/>
            <a:ext cx="2148840" cy="566928"/>
          </a:xfrm>
          <a:prstGeom prst="roundRect">
            <a:avLst/>
          </a:prstGeom>
          <a:solidFill>
            <a:srgbClr val="D58B44"/>
          </a:solidFill>
          <a:ln w="15875">
            <a:solidFill>
              <a:srgbClr val="D58B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743200"/>
            <a:ext cx="2148840" cy="566928"/>
          </a:xfrm>
          <a:prstGeom prst="rect">
            <a:avLst/>
          </a:prstGeom>
          <a:solidFill>
            <a:srgbClr val="D58B44">
              <a:alpha val="0"/>
            </a:srgbClr>
          </a:solidFill>
          <a:ln>
            <a:solidFill>
              <a:srgbClr val="D58B44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3E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6:00–10:00 PM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5833872"/>
            <a:ext cx="10698480" cy="73152"/>
          </a:xfrm>
          <a:prstGeom prst="line">
            <a:avLst/>
          </a:prstGeom>
          <a:solidFill>
            <a:srgbClr val="1F2A44"/>
          </a:solidFill>
          <a:ln w="15875">
            <a:solidFill>
              <a:srgbClr val="D58B4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49808"/>
            <a:ext cx="5303520" cy="502920"/>
          </a:xfrm>
          <a:prstGeom prst="rect">
            <a:avLst/>
          </a:prstGeom>
          <a:solidFill>
            <a:srgbClr val="F7F3EA">
              <a:alpha val="0"/>
            </a:srgbClr>
          </a:solidFill>
          <a:ln>
            <a:solidFill>
              <a:srgbClr val="F7F3EA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Pilot Night Schedule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04672" y="1572768"/>
            <a:ext cx="5212080" cy="2057400"/>
          </a:xfrm>
          <a:prstGeom prst="rect">
            <a:avLst/>
          </a:prstGeom>
          <a:solidFill>
            <a:srgbClr val="F7F3EA">
              <a:alpha val="0"/>
            </a:srgbClr>
          </a:solidFill>
          <a:ln>
            <a:solidFill>
              <a:srgbClr val="F7F3EA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F2A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4:30 PM  Vendor arrival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1F2A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6:00 PM  Market opens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1F2A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10:00 PM  Street reopens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4096512"/>
            <a:ext cx="5074920" cy="658368"/>
          </a:xfrm>
          <a:prstGeom prst="rect">
            <a:avLst/>
          </a:prstGeom>
          <a:solidFill>
            <a:srgbClr val="F7F3EA">
              <a:alpha val="0"/>
            </a:srgbClr>
          </a:solidFill>
          <a:ln>
            <a:solidFill>
              <a:srgbClr val="F7F3EA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F2A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 vehicles clear the curb lane before public opening.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35240" y="1508760"/>
            <a:ext cx="2880360" cy="2880360"/>
          </a:xfrm>
          <a:prstGeom prst="ellipse">
            <a:avLst/>
          </a:prstGeom>
          <a:solidFill>
            <a:srgbClr val="C7D5E0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1508760"/>
            <a:ext cx="2880360" cy="2880360"/>
          </a:xfrm>
          <a:prstGeom prst="rect">
            <a:avLst/>
          </a:prstGeom>
          <a:solidFill>
            <a:srgbClr val="C7D5E0">
              <a:alpha val="0"/>
            </a:srgbClr>
          </a:solidFill>
          <a:ln>
            <a:solidFill>
              <a:srgbClr val="1F2A44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8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PM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8823960" cy="640080"/>
          </a:xfrm>
          <a:prstGeom prst="rect">
            <a:avLst/>
          </a:prstGeom>
          <a:solidFill>
            <a:srgbClr val="F7F3EA">
              <a:alpha val="0"/>
            </a:srgbClr>
          </a:solidFill>
          <a:ln>
            <a:solidFill>
              <a:srgbClr val="F7F3EA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Coordinate the Pilot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41248" y="1828800"/>
            <a:ext cx="8138160" cy="1051560"/>
          </a:xfrm>
          <a:prstGeom prst="rect">
            <a:avLst/>
          </a:prstGeom>
          <a:solidFill>
            <a:srgbClr val="F7F3EA">
              <a:alpha val="0"/>
            </a:srgbClr>
          </a:solidFill>
          <a:ln>
            <a:solidFill>
              <a:srgbClr val="F7F3EA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Confirm permit routing and neighborhood outreach leads.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Share questions before the final street notice.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41248" y="3657600"/>
            <a:ext cx="3063240" cy="658368"/>
          </a:xfrm>
          <a:prstGeom prst="roundRect">
            <a:avLst/>
          </a:prstGeom>
          <a:solidFill>
            <a:srgbClr val="D58B44"/>
          </a:solidFill>
          <a:ln w="15875">
            <a:solidFill>
              <a:srgbClr val="D58B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3657600"/>
            <a:ext cx="3063240" cy="658368"/>
          </a:xfrm>
          <a:prstGeom prst="rect">
            <a:avLst/>
          </a:prstGeom>
          <a:solidFill>
            <a:srgbClr val="D58B44">
              <a:alpha val="0"/>
            </a:srgbClr>
          </a:solidFill>
          <a:ln>
            <a:solidFill>
              <a:srgbClr val="D58B44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3E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Reply by May 16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796528" y="5166360"/>
            <a:ext cx="2240280" cy="822960"/>
          </a:xfrm>
          <a:prstGeom prst="chevron">
            <a:avLst/>
          </a:prstGeom>
          <a:solidFill>
            <a:srgbClr val="1F2A44"/>
          </a:solidFill>
          <a:ln w="15875">
            <a:solidFill>
              <a:srgbClr val="1F2A4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OSWorld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Neighborhood Night Market</dc:title>
  <dc:subject>Synthetic editable reference-task initial artifact</dc:subject>
  <dc:creator>OSWorld Expert Skill Reference Pipeline</dc:creator>
  <cp:lastModifiedBy>OSWorld Expert Skill Reference Pipeline</cp:lastModifiedBy>
  <cp:revision>1</cp:revision>
  <dcterms:created xsi:type="dcterms:W3CDTF">2026-08-25T12:48:26Z</dcterms:created>
  <dcterms:modified xsi:type="dcterms:W3CDTF">2026-08-25T12:48:26Z</dcterms:modified>
</cp:coreProperties>
</file>