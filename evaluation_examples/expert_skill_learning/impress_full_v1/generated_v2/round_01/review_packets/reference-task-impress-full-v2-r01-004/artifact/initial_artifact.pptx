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7240"/>
            <a:ext cx="6720840" cy="2606040"/>
          </a:xfrm>
          <a:prstGeom prst="roundRect">
            <a:avLst/>
          </a:prstGeom>
          <a:solidFill>
            <a:srgbClr val="F7F4EC"/>
          </a:solidFill>
          <a:ln w="15875">
            <a:solidFill>
              <a:srgbClr val="D7D2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51560"/>
            <a:ext cx="6172200" cy="1143000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F7F4E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4B5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Urban Pollinator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244B5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Pocket Guide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68096" y="2487168"/>
            <a:ext cx="5394960" cy="594360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F7F4E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44B5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Recognize small helpers in city gardens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685800"/>
            <a:ext cx="3200400" cy="5394960"/>
          </a:xfrm>
          <a:prstGeom prst="roundRect">
            <a:avLst/>
          </a:prstGeom>
          <a:solidFill>
            <a:srgbClr val="CFE8E1"/>
          </a:solidFill>
          <a:ln w="15875">
            <a:solidFill>
              <a:srgbClr val="244B5A"/>
            </a:solidFill>
            <a:prstDash val="solid"/>
          </a:ln>
        </p:spPr>
      </p:sp>
      <p:pic>
        <p:nvPicPr>
          <p:cNvPr id="6" name="Image 0" descr="cover_bee_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645920"/>
            <a:ext cx="201168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" y="5285232"/>
            <a:ext cx="2331720" cy="475488"/>
          </a:xfrm>
          <a:prstGeom prst="roundRect">
            <a:avLst/>
          </a:prstGeom>
          <a:solidFill>
            <a:srgbClr val="F2B84B"/>
          </a:solidFill>
          <a:ln w="15875">
            <a:solidFill>
              <a:srgbClr val="F2B8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5285232"/>
            <a:ext cx="2331720" cy="475488"/>
          </a:xfrm>
          <a:prstGeom prst="rect">
            <a:avLst/>
          </a:prstGeom>
          <a:solidFill>
            <a:srgbClr val="F2B84B">
              <a:alpha val="0"/>
            </a:srgbClr>
          </a:solidFill>
          <a:ln>
            <a:solidFill>
              <a:srgbClr val="F2B84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4B5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FIELD NOTES /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6766560" cy="594360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F7F4E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4B5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to Look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6629400" cy="475488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F7F4E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44B5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Check garden visitors without disturbing them. Mark only what you can observe.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965960"/>
          <a:ext cx="7086600" cy="3520440"/>
        </p:xfrm>
        <a:graphic>
          <a:graphicData uri="http://schemas.openxmlformats.org/drawingml/2006/table">
            <a:tbl>
              <a:tblPr/>
              <a:tblGrid>
                <a:gridCol w="2362200"/>
                <a:gridCol w="2362200"/>
                <a:gridCol w="2362200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Visitor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Clue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Status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E1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Bumble bee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Round body; pollen baskets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Seen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Hoverfly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One wing pair; hovers in place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Look again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Leafcutter bee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Neat circles cut from leaves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Seen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Cabbage white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Pale wings; quick flutter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4B5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Noted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checklist_side_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645920"/>
            <a:ext cx="2697480" cy="2514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75320" y="4617720"/>
            <a:ext cx="2999232" cy="749808"/>
          </a:xfrm>
          <a:prstGeom prst="roundRect">
            <a:avLst/>
          </a:prstGeom>
          <a:solidFill>
            <a:srgbClr val="F2B84B"/>
          </a:solidFill>
          <a:ln w="15875">
            <a:solidFill>
              <a:srgbClr val="F2B84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75320" y="4617720"/>
            <a:ext cx="2999232" cy="749808"/>
          </a:xfrm>
          <a:prstGeom prst="rect">
            <a:avLst/>
          </a:prstGeom>
          <a:solidFill>
            <a:srgbClr val="F2B84B">
              <a:alpha val="0"/>
            </a:srgbClr>
          </a:solidFill>
          <a:ln>
            <a:solidFill>
              <a:srgbClr val="F2B84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B5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Observe, don’t handle.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1005840"/>
            <a:ext cx="6263640" cy="640080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F7F4E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4B5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Scratch space — remove before sharing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0120" y="1965960"/>
            <a:ext cx="9966960" cy="3337560"/>
          </a:xfrm>
          <a:prstGeom prst="rect">
            <a:avLst/>
          </a:prstGeom>
          <a:solidFill>
            <a:srgbClr val="D9DDD8"/>
          </a:solidFill>
          <a:ln w="15875">
            <a:solidFill>
              <a:srgbClr val="AEBAB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Pollinator Pocket Guide</dc:title>
  <dc:subject>Synthetic editable reference-task initial artifact</dc:subject>
  <dc:creator>OSWorld Expert Skill Reference Pipeline</dc:creator>
  <cp:lastModifiedBy>OSWorld Expert Skill Reference Pipeline</cp:lastModifiedBy>
  <cp:revision>1</cp:revision>
  <dcterms:created xsi:type="dcterms:W3CDTF">2026-08-26T06:01:03Z</dcterms:created>
  <dcterms:modified xsi:type="dcterms:W3CDTF">2026-08-26T06:01:03Z</dcterms:modified>
</cp:coreProperties>
</file>