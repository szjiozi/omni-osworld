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Turbidity (NTU)</c:v>
                </c:pt>
              </c:strCache>
            </c:strRef>
          </c:tx>
          <c:spPr>
            <a:solidFill>
              <a:srgbClr val="006D7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06D77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FB70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83C5BE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06D77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06:00</c:v>
                  </c:pt>
                  <c:pt idx="1">
                    <c:v>07:00</c:v>
                  </c:pt>
                  <c:pt idx="2">
                    <c:v>08:00</c:v>
                  </c:pt>
                  <c:pt idx="3">
                    <c:v>09:00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</c:v>
                </c:pt>
                <c:pt idx="1">
                  <c:v>5.3</c:v>
                </c:pt>
                <c:pt idx="2">
                  <c:v>6.7</c:v>
                </c:pt>
                <c:pt idx="3">
                  <c:v>5.1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73E4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9E0E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73E4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1234440"/>
            <a:ext cx="7772400" cy="685800"/>
          </a:xfrm>
          <a:prstGeom prst="rect">
            <a:avLst/>
          </a:prstGeom>
          <a:solidFill>
            <a:srgbClr val="F7FBFC">
              <a:alpha val="0"/>
            </a:srgbClr>
          </a:solidFill>
          <a:ln>
            <a:solidFill>
              <a:srgbClr val="F7FBFC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6D7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Harbor Sampling Brief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22960" y="2029968"/>
            <a:ext cx="7132320" cy="365760"/>
          </a:xfrm>
          <a:prstGeom prst="rect">
            <a:avLst/>
          </a:prstGeom>
          <a:solidFill>
            <a:srgbClr val="F7FBFC">
              <a:alpha val="0"/>
            </a:srgbClr>
          </a:solidFill>
          <a:ln>
            <a:solidFill>
              <a:srgbClr val="F7FBFC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315B6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Morning shoreline checks | North Pier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0" y="5440680"/>
            <a:ext cx="12191695" cy="1417320"/>
          </a:xfrm>
          <a:prstGeom prst="roundRect">
            <a:avLst/>
          </a:prstGeom>
          <a:solidFill>
            <a:srgbClr val="006D77"/>
          </a:solidFill>
          <a:ln w="15875">
            <a:solidFill>
              <a:srgbClr val="006D7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880360"/>
            <a:ext cx="1874520" cy="438912"/>
          </a:xfrm>
          <a:prstGeom prst="roundRect">
            <a:avLst/>
          </a:prstGeom>
          <a:solidFill>
            <a:srgbClr val="FFB703"/>
          </a:solidFill>
          <a:ln w="15875">
            <a:solidFill>
              <a:srgbClr val="FFB70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880360"/>
            <a:ext cx="1874520" cy="438912"/>
          </a:xfrm>
          <a:prstGeom prst="rect">
            <a:avLst/>
          </a:prstGeom>
          <a:solidFill>
            <a:srgbClr val="FFB703">
              <a:alpha val="0"/>
            </a:srgbClr>
          </a:solidFill>
          <a:ln>
            <a:solidFill>
              <a:srgbClr val="FFB703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3E4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May field round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5303520" cy="5029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06D7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North Pier Checkpoint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8275320" y="1188720"/>
            <a:ext cx="3566160" cy="38404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06D7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Sampling window: 06:00–10:00</a:t>
            </a:r>
            <a:endParaRPr lang="en-US" sz="14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508760"/>
          <a:ext cx="5623560" cy="2423160"/>
        </p:xfrm>
        <a:graphic>
          <a:graphicData uri="http://schemas.openxmlformats.org/drawingml/2006/table">
            <a:tbl>
              <a:tblPr/>
              <a:tblGrid>
                <a:gridCol w="1874520"/>
                <a:gridCol w="1874520"/>
                <a:gridCol w="1874520"/>
              </a:tblGrid>
              <a:tr h="6057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Station</a:t>
                      </a:r>
                      <a:endParaRPr lang="en-US" sz="15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D7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Turbidity</a:t>
                      </a:r>
                      <a:endParaRPr lang="en-US" sz="15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D7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Condition</a:t>
                      </a:r>
                      <a:endParaRPr lang="en-US" sz="15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D77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73E43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Breakwater</a:t>
                      </a:r>
                      <a:endParaRPr lang="en-US" sz="15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73E43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4.2 NTU</a:t>
                      </a:r>
                      <a:endParaRPr lang="en-US" sz="15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73E43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Clear</a:t>
                      </a:r>
                      <a:endParaRPr lang="en-US" sz="15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3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73E43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Ferry slip</a:t>
                      </a:r>
                      <a:endParaRPr lang="en-US" sz="15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73E43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7.8 NTU</a:t>
                      </a:r>
                      <a:endParaRPr lang="en-US" sz="15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73E43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Watch</a:t>
                      </a:r>
                      <a:endParaRPr lang="en-US" sz="15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3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73E43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Marina inlet</a:t>
                      </a:r>
                      <a:endParaRPr lang="en-US" sz="15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73E43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5.1 NTU</a:t>
                      </a:r>
                      <a:endParaRPr lang="en-US" sz="15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73E43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Clear</a:t>
                      </a:r>
                      <a:endParaRPr lang="en-US" sz="15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Chart 0" descr="turbidity_trend_chart"/>
          <p:cNvGraphicFramePr/>
          <p:nvPr/>
        </p:nvGraphicFramePr>
        <p:xfrm>
          <a:off x="6949440" y="1965960"/>
          <a:ext cx="443484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2"/>
          <p:cNvSpPr/>
          <p:nvPr/>
        </p:nvSpPr>
        <p:spPr>
          <a:xfrm>
            <a:off x="8092440" y="5074920"/>
            <a:ext cx="2194560" cy="566928"/>
          </a:xfrm>
          <a:prstGeom prst="roundRect">
            <a:avLst/>
          </a:prstGeom>
          <a:solidFill>
            <a:srgbClr val="FFB703"/>
          </a:solidFill>
          <a:ln w="15875">
            <a:solidFill>
              <a:srgbClr val="D68B00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8092440" y="5074920"/>
            <a:ext cx="2194560" cy="566928"/>
          </a:xfrm>
          <a:prstGeom prst="rect">
            <a:avLst/>
          </a:prstGeom>
          <a:solidFill>
            <a:srgbClr val="FFB703">
              <a:alpha val="0"/>
            </a:srgbClr>
          </a:solidFill>
          <a:ln>
            <a:solidFill>
              <a:srgbClr val="D68B00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3E4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Recheck after rain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731520" y="6126480"/>
            <a:ext cx="5029200" cy="25603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4C666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Volunteer readings; values shown in NTU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Liberation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iberation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OSWorld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Harbor Sampling Brief</dc:title>
  <dc:subject>Synthetic editable reference-task initial artifact</dc:subject>
  <dc:creator>OSWorld Expert Skill Reference Pipeline</dc:creator>
  <cp:lastModifiedBy>OSWorld Expert Skill Reference Pipeline</cp:lastModifiedBy>
  <cp:revision>1</cp:revision>
  <dcterms:created xsi:type="dcterms:W3CDTF">2026-08-26T06:00:57Z</dcterms:created>
  <dcterms:modified xsi:type="dcterms:W3CDTF">2026-08-26T06:00:57Z</dcterms:modified>
</cp:coreProperties>
</file>