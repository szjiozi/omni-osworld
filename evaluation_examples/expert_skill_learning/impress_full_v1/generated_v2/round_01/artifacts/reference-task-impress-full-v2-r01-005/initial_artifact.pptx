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 w="15875">
            <a:solidFill>
              <a:srgbClr val="F7F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989320"/>
            <a:ext cx="11277295" cy="502920"/>
          </a:xfrm>
          <a:prstGeom prst="ellipse">
            <a:avLst/>
          </a:prstGeom>
          <a:solidFill>
            <a:srgbClr val="234B45"/>
          </a:solidFill>
          <a:ln w="15875">
            <a:solidFill>
              <a:srgbClr val="234B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20240"/>
            <a:ext cx="8138160" cy="1051560"/>
          </a:xfrm>
          <a:prstGeom prst="rect">
            <a:avLst/>
          </a:prstGeom>
          <a:solidFill>
            <a:srgbClr val="F7F2E8">
              <a:alpha val="0"/>
            </a:srgbClr>
          </a:solidFill>
          <a:ln>
            <a:solidFill>
              <a:srgbClr val="F7F2E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4B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Riverside Garden Volunteer Day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41832" y="3182112"/>
            <a:ext cx="7955280" cy="411480"/>
          </a:xfrm>
          <a:prstGeom prst="rect">
            <a:avLst/>
          </a:prstGeom>
          <a:solidFill>
            <a:srgbClr val="F7F2E8">
              <a:alpha val="0"/>
            </a:srgbClr>
          </a:solidFill>
          <a:ln>
            <a:solidFill>
              <a:srgbClr val="F7F2E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36B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Saturday, 18 May · Riverside Commons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829800" y="1417320"/>
            <a:ext cx="1188720" cy="2057400"/>
          </a:xfrm>
          <a:prstGeom prst="ellipse">
            <a:avLst/>
          </a:prstGeom>
          <a:solidFill>
            <a:srgbClr val="C8D8C0"/>
          </a:solidFill>
          <a:ln w="15875">
            <a:solidFill>
              <a:srgbClr val="234B4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 w="15875">
            <a:solidFill>
              <a:srgbClr val="F7F2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66928"/>
            <a:ext cx="6583680" cy="640080"/>
          </a:xfrm>
          <a:prstGeom prst="rect">
            <a:avLst/>
          </a:prstGeom>
          <a:solidFill>
            <a:srgbClr val="F7F2E8">
              <a:alpha val="0"/>
            </a:srgbClr>
          </a:solidFill>
          <a:ln>
            <a:solidFill>
              <a:srgbClr val="F7F2E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4B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Join the workday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4983480" cy="3520440"/>
          </a:xfrm>
          <a:prstGeom prst="roundRect">
            <a:avLst/>
          </a:prstGeom>
          <a:solidFill>
            <a:srgbClr val="234B45"/>
          </a:solidFill>
          <a:ln w="15875">
            <a:solidFill>
              <a:srgbClr val="234B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487168"/>
            <a:ext cx="4069080" cy="1143000"/>
          </a:xfrm>
          <a:prstGeom prst="rect">
            <a:avLst/>
          </a:prstGeom>
          <a:solidFill>
            <a:srgbClr val="234B45">
              <a:alpha val="0"/>
            </a:srgbClr>
          </a:solidFill>
          <a:ln>
            <a:solidFill>
              <a:srgbClr val="234B45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Meet at the tool shed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8:30–11:30 a.m.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720840" y="1828800"/>
            <a:ext cx="4023360" cy="365760"/>
          </a:xfrm>
          <a:prstGeom prst="rect">
            <a:avLst/>
          </a:prstGeom>
          <a:solidFill>
            <a:srgbClr val="F7F2E8">
              <a:alpha val="0"/>
            </a:srgbClr>
          </a:solidFill>
          <a:ln>
            <a:solidFill>
              <a:srgbClr val="F7F2E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36B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Before you arrive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20840" y="2423160"/>
            <a:ext cx="4480560" cy="1234440"/>
          </a:xfrm>
          <a:prstGeom prst="rect">
            <a:avLst/>
          </a:prstGeom>
          <a:solidFill>
            <a:srgbClr val="F7F2E8">
              <a:alpha val="0"/>
            </a:srgbClr>
          </a:solidFill>
          <a:ln>
            <a:solidFill>
              <a:srgbClr val="F7F2E8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234B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Please bring work gloves and a refillable bottle.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89320" y="2441448"/>
            <a:ext cx="393192" cy="393192"/>
          </a:xfrm>
          <a:prstGeom prst="ellipse">
            <a:avLst/>
          </a:prstGeom>
          <a:solidFill>
            <a:srgbClr val="D36B4B"/>
          </a:solidFill>
          <a:ln w="15875">
            <a:solidFill>
              <a:srgbClr val="D36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5870448"/>
            <a:ext cx="8046720" cy="384048"/>
          </a:xfrm>
          <a:prstGeom prst="rect">
            <a:avLst/>
          </a:prstGeom>
          <a:solidFill>
            <a:srgbClr val="F7F2E8">
              <a:alpha val="0"/>
            </a:srgbClr>
          </a:solidFill>
          <a:ln>
            <a:solidFill>
              <a:srgbClr val="F7F2E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34B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Questions? Contact the garden desk by Friday.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8D8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D8C0"/>
          </a:solidFill>
          <a:ln w="15875">
            <a:solidFill>
              <a:srgbClr val="C8D8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13232"/>
            <a:ext cx="7040880" cy="658368"/>
          </a:xfrm>
          <a:prstGeom prst="rect">
            <a:avLst/>
          </a:prstGeom>
          <a:solidFill>
            <a:srgbClr val="C8D8C0">
              <a:alpha val="0"/>
            </a:srgbClr>
          </a:solidFill>
          <a:ln>
            <a:solidFill>
              <a:srgbClr val="C8D8C0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4B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few things that help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60120" y="1828800"/>
            <a:ext cx="6309360" cy="2240280"/>
          </a:xfrm>
          <a:prstGeom prst="rect">
            <a:avLst/>
          </a:prstGeom>
          <a:solidFill>
            <a:srgbClr val="C8D8C0">
              <a:alpha val="0"/>
            </a:srgbClr>
          </a:solidFill>
          <a:ln>
            <a:solidFill>
              <a:srgbClr val="C8D8C0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34B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Bring water for the morning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34B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Wear sun protection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34B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Check in at the tool shed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458200" y="1874520"/>
            <a:ext cx="2606040" cy="1737360"/>
          </a:xfrm>
          <a:prstGeom prst="roundRect">
            <a:avLst/>
          </a:prstGeom>
          <a:solidFill>
            <a:srgbClr val="D36B4B"/>
          </a:solidFill>
          <a:ln w="15875">
            <a:solidFill>
              <a:srgbClr val="234B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5349240"/>
            <a:ext cx="8412480" cy="457200"/>
          </a:xfrm>
          <a:prstGeom prst="rect">
            <a:avLst/>
          </a:prstGeom>
          <a:solidFill>
            <a:srgbClr val="C8D8C0">
              <a:alpha val="0"/>
            </a:srgbClr>
          </a:solidFill>
          <a:ln>
            <a:solidFill>
              <a:srgbClr val="C8D8C0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34B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Thank you for caring for our shared space.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OSWorld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Riverside Garden Volunteer Day</dc:title>
  <dc:subject>Synthetic editable reference-task initial artifact</dc:subject>
  <dc:creator>OSWorld Expert Skill Reference Pipeline</dc:creator>
  <cp:lastModifiedBy>OSWorld Expert Skill Reference Pipeline</cp:lastModifiedBy>
  <cp:revision>1</cp:revision>
  <dcterms:created xsi:type="dcterms:W3CDTF">2026-08-26T06:01:05Z</dcterms:created>
  <dcterms:modified xsi:type="dcterms:W3CDTF">2026-08-26T06:01:05Z</dcterms:modified>
</cp:coreProperties>
</file>