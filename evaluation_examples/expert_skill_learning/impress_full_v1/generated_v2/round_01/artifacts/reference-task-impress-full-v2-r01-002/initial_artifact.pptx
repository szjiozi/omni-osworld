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91695" cy="2148840"/>
          </a:xfrm>
          <a:prstGeom prst="rect">
            <a:avLst/>
          </a:prstGeom>
          <a:solidFill>
            <a:srgbClr val="0B3954"/>
          </a:solidFill>
          <a:ln w="15875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34440"/>
            <a:ext cx="7863840" cy="777240"/>
          </a:xfrm>
          <a:prstGeom prst="rect">
            <a:avLst/>
          </a:prstGeom>
          <a:solidFill>
            <a:srgbClr val="F7FAFC">
              <a:alpha val="0"/>
            </a:srgbClr>
          </a:solidFill>
          <a:ln>
            <a:solidFill>
              <a:srgbClr val="F7FA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Harbor Air Lab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51560" y="2240280"/>
            <a:ext cx="7955280" cy="347472"/>
          </a:xfrm>
          <a:prstGeom prst="rect">
            <a:avLst/>
          </a:prstGeom>
          <a:solidFill>
            <a:srgbClr val="F7FAFC">
              <a:alpha val="0"/>
            </a:srgbClr>
          </a:solidFill>
          <a:ln>
            <a:solidFill>
              <a:srgbClr val="F7FA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Dawn Sampling Brief · Coastal Operations 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267712"/>
            <a:ext cx="164592" cy="292608"/>
          </a:xfrm>
          <a:prstGeom prst="chevron">
            <a:avLst/>
          </a:prstGeom>
          <a:solidFill>
            <a:srgbClr val="F4A261"/>
          </a:solidFill>
          <a:ln w="15875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5029200" cy="502920"/>
          </a:xfrm>
          <a:prstGeom prst="rect">
            <a:avLst/>
          </a:prstGeom>
          <a:solidFill>
            <a:srgbClr val="F7FAFC">
              <a:alpha val="0"/>
            </a:srgbClr>
          </a:solidFill>
          <a:ln>
            <a:solidFill>
              <a:srgbClr val="F7FA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61872"/>
            <a:ext cx="4983480" cy="713232"/>
          </a:xfrm>
          <a:prstGeom prst="rect">
            <a:avLst/>
          </a:prstGeom>
          <a:solidFill>
            <a:srgbClr val="F7FAFC">
              <a:alpha val="0"/>
            </a:srgbClr>
          </a:solidFill>
          <a:ln>
            <a:solidFill>
              <a:srgbClr val="F7FAFC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Prevailing offshore wind keeps the plume moving seaward.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B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Pier access is clear for the 06:30 setup window.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92240" y="1325880"/>
            <a:ext cx="4754880" cy="3337560"/>
          </a:xfrm>
          <a:prstGeom prst="rect">
            <a:avLst/>
          </a:prstGeom>
          <a:solidFill>
            <a:srgbClr val="F7FAFC"/>
          </a:solidFill>
          <a:ln w="15875">
            <a:solidFill>
              <a:srgbClr val="BFD7EA"/>
            </a:solidFill>
            <a:prstDash val="solid"/>
          </a:ln>
        </p:spPr>
      </p:sp>
      <p:pic>
        <p:nvPicPr>
          <p:cNvPr id="5" name="Image 0" descr="snapshot_coastal_landsca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429768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4892040"/>
            <a:ext cx="4754880" cy="274320"/>
          </a:xfrm>
          <a:prstGeom prst="rect">
            <a:avLst/>
          </a:prstGeom>
          <a:solidFill>
            <a:srgbClr val="F7FAFC">
              <a:alpha val="0"/>
            </a:srgbClr>
          </a:solidFill>
          <a:ln>
            <a:solidFill>
              <a:srgbClr val="F7FA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B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Harbor survey team, 06:10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5715000"/>
            <a:ext cx="1691640" cy="384048"/>
          </a:xfrm>
          <a:prstGeom prst="roundRect">
            <a:avLst/>
          </a:prstGeom>
          <a:solidFill>
            <a:srgbClr val="F4A261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715000"/>
            <a:ext cx="1691640" cy="384048"/>
          </a:xfrm>
          <a:prstGeom prst="rect">
            <a:avLst/>
          </a:prstGeom>
          <a:solidFill>
            <a:srgbClr val="F4A261">
              <a:alpha val="0"/>
            </a:srgbClr>
          </a:solidFill>
          <a:ln>
            <a:solidFill>
              <a:srgbClr val="F4A261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WINDOW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6400800" cy="502920"/>
          </a:xfrm>
          <a:prstGeom prst="rect">
            <a:avLst/>
          </a:prstGeom>
          <a:solidFill>
            <a:srgbClr val="F7FAFC">
              <a:alpha val="0"/>
            </a:srgbClr>
          </a:solidFill>
          <a:ln>
            <a:solidFill>
              <a:srgbClr val="F7FA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MEASUREMENT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68680" y="1874520"/>
            <a:ext cx="3246120" cy="1234440"/>
          </a:xfrm>
          <a:prstGeom prst="roundRect">
            <a:avLst/>
          </a:prstGeom>
          <a:solidFill>
            <a:srgbClr val="0B3954"/>
          </a:solidFill>
          <a:ln w="15875">
            <a:solidFill>
              <a:srgbClr val="0B3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74520"/>
            <a:ext cx="3246120" cy="1234440"/>
          </a:xfrm>
          <a:prstGeom prst="rect">
            <a:avLst/>
          </a:prstGeom>
          <a:solidFill>
            <a:srgbClr val="0B3954">
              <a:alpha val="0"/>
            </a:srgbClr>
          </a:solidFill>
          <a:ln>
            <a:solidFill>
              <a:srgbClr val="0B3954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Calibrate sensors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480560" y="1874520"/>
            <a:ext cx="3246120" cy="1234440"/>
          </a:xfrm>
          <a:prstGeom prst="roundRect">
            <a:avLst/>
          </a:prstGeom>
          <a:solidFill>
            <a:srgbClr val="BFD7EA"/>
          </a:solidFill>
          <a:ln w="15875">
            <a:solidFill>
              <a:srgbClr val="BF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1874520"/>
            <a:ext cx="3246120" cy="1234440"/>
          </a:xfrm>
          <a:prstGeom prst="rect">
            <a:avLst/>
          </a:prstGeom>
          <a:solidFill>
            <a:srgbClr val="BFD7EA">
              <a:alpha val="0"/>
            </a:srgbClr>
          </a:solidFill>
          <a:ln>
            <a:solidFill>
              <a:srgbClr val="BFD7E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Launch skiff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92440" y="1874520"/>
            <a:ext cx="3246120" cy="1234440"/>
          </a:xfrm>
          <a:prstGeom prst="roundRect">
            <a:avLst/>
          </a:prstGeom>
          <a:solidFill>
            <a:srgbClr val="F4A261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1874520"/>
            <a:ext cx="3246120" cy="1234440"/>
          </a:xfrm>
          <a:prstGeom prst="rect">
            <a:avLst/>
          </a:prstGeom>
          <a:solidFill>
            <a:srgbClr val="F4A261">
              <a:alpha val="0"/>
            </a:srgbClr>
          </a:solidFill>
          <a:ln>
            <a:solidFill>
              <a:srgbClr val="F4A261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Log coastal readings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" y="4251960"/>
            <a:ext cx="9921240" cy="1143000"/>
          </a:xfrm>
          <a:prstGeom prst="roundRect">
            <a:avLst/>
          </a:prstGeom>
          <a:solidFill>
            <a:srgbClr val="BFD7EA"/>
          </a:solidFill>
          <a:ln w="15875">
            <a:solidFill>
              <a:srgbClr val="BFD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4553712"/>
            <a:ext cx="9189720" cy="512064"/>
          </a:xfrm>
          <a:prstGeom prst="rect">
            <a:avLst/>
          </a:prstGeom>
          <a:solidFill>
            <a:srgbClr val="BFD7EA">
              <a:alpha val="0"/>
            </a:srgbClr>
          </a:solidFill>
          <a:ln>
            <a:solidFill>
              <a:srgbClr val="BFD7E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Sampling begins at first light.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 Air Lab: Dawn Sampling Brief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2026-08-26T06:01:00Z</dcterms:created>
  <dcterms:modified xsi:type="dcterms:W3CDTF">2026-08-26T06:01:00Z</dcterms:modified>
</cp:coreProperties>
</file>