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32688"/>
            <a:ext cx="5760720" cy="1051560"/>
          </a:xfrm>
          <a:prstGeom prst="rect">
            <a:avLst/>
          </a:prstGeom>
          <a:solidFill>
            <a:srgbClr val="F7F1E8">
              <a:alpha val="0"/>
            </a:srgbClr>
          </a:solidFill>
          <a:ln>
            <a:solidFill>
              <a:srgbClr val="F7F1E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85C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Neighborhood Repair Café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77240" y="2139696"/>
            <a:ext cx="5257800" cy="566928"/>
          </a:xfrm>
          <a:prstGeom prst="rect">
            <a:avLst/>
          </a:prstGeom>
          <a:solidFill>
            <a:srgbClr val="F7F1E8">
              <a:alpha val="0"/>
            </a:srgbClr>
          </a:solidFill>
          <a:ln>
            <a:solidFill>
              <a:srgbClr val="F7F1E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Host Brief  •  Saturday, 14 September  •  Community Hall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903720" y="960120"/>
            <a:ext cx="4407408" cy="4389120"/>
          </a:xfrm>
          <a:prstGeom prst="roundRect">
            <a:avLst/>
          </a:prstGeom>
          <a:solidFill>
            <a:srgbClr val="C8A06A"/>
          </a:solidFill>
          <a:ln w="15875">
            <a:solidFill>
              <a:srgbClr val="2446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03720" y="960120"/>
            <a:ext cx="4407408" cy="4389120"/>
          </a:xfrm>
          <a:prstGeom prst="rect">
            <a:avLst/>
          </a:prstGeom>
          <a:solidFill>
            <a:srgbClr val="C8A06A">
              <a:alpha val="0"/>
            </a:srgbClr>
          </a:solidFill>
          <a:ln>
            <a:solidFill>
              <a:srgbClr val="244653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REPAIR BENCH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TOOLS • CARE • SECOND CHANCES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5833872"/>
            <a:ext cx="1920240" cy="438912"/>
          </a:xfrm>
          <a:prstGeom prst="roundRect">
            <a:avLst/>
          </a:prstGeom>
          <a:solidFill>
            <a:srgbClr val="244653"/>
          </a:solidFill>
          <a:ln w="15875">
            <a:solidFill>
              <a:srgbClr val="244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33872"/>
            <a:ext cx="1920240" cy="438912"/>
          </a:xfrm>
          <a:prstGeom prst="rect">
            <a:avLst/>
          </a:prstGeom>
          <a:solidFill>
            <a:srgbClr val="244653">
              <a:alpha val="0"/>
            </a:srgbClr>
          </a:solidFill>
          <a:ln>
            <a:solidFill>
              <a:srgbClr val="244653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1E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HOST TEAM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12064"/>
            <a:ext cx="5212080" cy="685800"/>
          </a:xfrm>
          <a:prstGeom prst="rect">
            <a:avLst/>
          </a:prstGeom>
          <a:solidFill>
            <a:srgbClr val="EFF6F6">
              <a:alpha val="0"/>
            </a:srgbClr>
          </a:solidFill>
          <a:ln>
            <a:solidFill>
              <a:srgbClr val="EFF6F6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Repair Table 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49808" y="1325880"/>
            <a:ext cx="7955280" cy="512064"/>
          </a:xfrm>
          <a:prstGeom prst="rect">
            <a:avLst/>
          </a:prstGeom>
          <a:solidFill>
            <a:srgbClr val="EFF6F6">
              <a:alpha val="0"/>
            </a:srgbClr>
          </a:solidFill>
          <a:ln>
            <a:solidFill>
              <a:srgbClr val="EFF6F6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Keep each visitor moving with a clear welcome, a quick assessment, and a confident handoff.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49808" y="2926080"/>
            <a:ext cx="2944368" cy="1901952"/>
          </a:xfrm>
          <a:prstGeom prst="roundRect">
            <a:avLst/>
          </a:prstGeom>
          <a:solidFill>
            <a:srgbClr val="F7F1E8"/>
          </a:solidFill>
          <a:ln w="15875">
            <a:solidFill>
              <a:srgbClr val="B85C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926080"/>
            <a:ext cx="2944368" cy="1901952"/>
          </a:xfrm>
          <a:prstGeom prst="rect">
            <a:avLst/>
          </a:prstGeom>
          <a:solidFill>
            <a:srgbClr val="F7F1E8">
              <a:alpha val="0"/>
            </a:srgbClr>
          </a:solidFill>
          <a:ln>
            <a:solidFill>
              <a:srgbClr val="B85C3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  WELCOME &amp; INTAKE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Listen, label the item,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and note the issue.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895344" y="3547872"/>
            <a:ext cx="658368" cy="621792"/>
          </a:xfrm>
          <a:prstGeom prst="chevron">
            <a:avLst/>
          </a:prstGeom>
          <a:solidFill>
            <a:srgbClr val="C8A06A"/>
          </a:solidFill>
          <a:ln w="15875">
            <a:solidFill>
              <a:srgbClr val="C8A0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81728" y="2926080"/>
            <a:ext cx="2944368" cy="1901952"/>
          </a:xfrm>
          <a:prstGeom prst="roundRect">
            <a:avLst/>
          </a:prstGeom>
          <a:solidFill>
            <a:srgbClr val="F7F1E8"/>
          </a:solidFill>
          <a:ln w="15875">
            <a:solidFill>
              <a:srgbClr val="B85C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81728" y="2926080"/>
            <a:ext cx="2944368" cy="1901952"/>
          </a:xfrm>
          <a:prstGeom prst="rect">
            <a:avLst/>
          </a:prstGeom>
          <a:solidFill>
            <a:srgbClr val="F7F1E8">
              <a:alpha val="0"/>
            </a:srgbClr>
          </a:solidFill>
          <a:ln>
            <a:solidFill>
              <a:srgbClr val="B85C3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  SORT THE REQUEST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Match the repair type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 the right table.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827264" y="3547872"/>
            <a:ext cx="658368" cy="621792"/>
          </a:xfrm>
          <a:prstGeom prst="chevron">
            <a:avLst/>
          </a:prstGeom>
          <a:solidFill>
            <a:srgbClr val="C8A06A"/>
          </a:solidFill>
          <a:ln w="15875">
            <a:solidFill>
              <a:srgbClr val="C8A0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13648" y="2926080"/>
            <a:ext cx="2816352" cy="1901952"/>
          </a:xfrm>
          <a:prstGeom prst="roundRect">
            <a:avLst/>
          </a:prstGeom>
          <a:solidFill>
            <a:srgbClr val="F7F1E8"/>
          </a:solidFill>
          <a:ln w="15875">
            <a:solidFill>
              <a:srgbClr val="B85C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13648" y="2926080"/>
            <a:ext cx="2816352" cy="1901952"/>
          </a:xfrm>
          <a:prstGeom prst="rect">
            <a:avLst/>
          </a:prstGeom>
          <a:solidFill>
            <a:srgbClr val="F7F1E8">
              <a:alpha val="0"/>
            </a:srgbClr>
          </a:solidFill>
          <a:ln>
            <a:solidFill>
              <a:srgbClr val="B85C3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  HAND OFF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Introduce the fixer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and confirm the queue.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12064"/>
            <a:ext cx="5394960" cy="685800"/>
          </a:xfrm>
          <a:prstGeom prst="rect">
            <a:avLst/>
          </a:prstGeom>
          <a:solidFill>
            <a:srgbClr val="F8E9DD">
              <a:alpha val="0"/>
            </a:srgbClr>
          </a:solidFill>
          <a:ln>
            <a:solidFill>
              <a:srgbClr val="F8E9DD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Open the Station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49808" y="1572768"/>
            <a:ext cx="1097280" cy="1097280"/>
          </a:xfrm>
          <a:prstGeom prst="ellipse">
            <a:avLst/>
          </a:prstGeom>
          <a:solidFill>
            <a:srgbClr val="C8A06A"/>
          </a:solidFill>
          <a:ln w="15875">
            <a:solidFill>
              <a:srgbClr val="B85C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1572768"/>
            <a:ext cx="1097280" cy="1097280"/>
          </a:xfrm>
          <a:prstGeom prst="rect">
            <a:avLst/>
          </a:prstGeom>
          <a:solidFill>
            <a:srgbClr val="C8A06A">
              <a:alpha val="0"/>
            </a:srgbClr>
          </a:solidFill>
          <a:ln>
            <a:solidFill>
              <a:srgbClr val="B85C3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09:50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84832" y="1700784"/>
            <a:ext cx="5760720" cy="594360"/>
          </a:xfrm>
          <a:prstGeom prst="rect">
            <a:avLst/>
          </a:prstGeom>
          <a:solidFill>
            <a:srgbClr val="F8E9DD">
              <a:alpha val="0"/>
            </a:srgbClr>
          </a:solidFill>
          <a:ln>
            <a:solidFill>
              <a:srgbClr val="F8E9DD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85C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Tool check-in closes at 09:50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3063240"/>
            <a:ext cx="4892040" cy="2212848"/>
          </a:xfrm>
          <a:prstGeom prst="rect">
            <a:avLst/>
          </a:prstGeom>
          <a:solidFill>
            <a:srgbClr val="F8E9DD">
              <a:alpha val="0"/>
            </a:srgbClr>
          </a:solidFill>
          <a:ln>
            <a:solidFill>
              <a:srgbClr val="F8E9DD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HOST READINESS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Welcome sign is visible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Queue cards are stacked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Fixers know their tables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Safety lead is on call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223760" y="1883664"/>
            <a:ext cx="4773168" cy="3611880"/>
          </a:xfrm>
          <a:prstGeom prst="roundRect">
            <a:avLst/>
          </a:prstGeom>
          <a:solidFill>
            <a:srgbClr val="F7F1E8"/>
          </a:solidFill>
          <a:ln w="15875">
            <a:solidFill>
              <a:srgbClr val="C8A0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43800" y="2304288"/>
            <a:ext cx="3383280" cy="2651760"/>
          </a:xfrm>
          <a:prstGeom prst="rect">
            <a:avLst/>
          </a:prstGeom>
          <a:solidFill>
            <a:srgbClr val="F7F1E8">
              <a:alpha val="0"/>
            </a:srgbClr>
          </a:solidFill>
          <a:ln>
            <a:solidFill>
              <a:srgbClr val="F7F1E8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STAGE BEFORE DOORS OPEN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Direction signs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Clipboards + pens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Safety glasses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Extension leads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4465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Spare name badges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OSWorld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Neighborhood Repair Café — Host Brief</dc:title>
  <dc:subject>Synthetic editable reference-task initial artifact</dc:subject>
  <dc:creator>OSWorld Expert Skill Reference Pipeline</dc:creator>
  <cp:lastModifiedBy>OSWorld Expert Skill Reference Pipeline</cp:lastModifiedBy>
  <cp:revision>1</cp:revision>
  <dcterms:created xsi:type="dcterms:W3CDTF">2026-08-26T06:01:01Z</dcterms:created>
  <dcterms:modified xsi:type="dcterms:W3CDTF">2026-08-26T06:01:01Z</dcterms:modified>
</cp:coreProperties>
</file>