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5C2969-55B1-49A0-9947-0F5C81D2A8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35D1A6-00E4-453D-BA34-6EEACBD349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D175C3-975E-41F5-8194-6C03D04E20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B2A248-E703-4845-9D3C-BD48F0F31B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F0E058-B2CE-487D-8376-DD15321DC3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76A944-B536-4D4D-93CA-02CE1E3E83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D33371-EE08-4F0D-A074-346142A6CF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8AF65E-2F62-4A8B-BDC0-366FD9A1F9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E8EB69-0A43-4753-8E92-EEBCCCE079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088A31-3CA9-4114-94D0-6040775BE2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10554D6-A777-4D30-9127-4CF6D6B63B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F5455D6-80C2-4B7A-9D16-8CB201803F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A2EE13-170D-4CBB-8484-ECC18B98368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1" name="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80"/>
            <ns1:ext cx="8228880" cy="1142280"/>
          </ns1:xfrm>
          <ns1:prstGeom prst="rect">
            <ns1:avLst/>
          </ns1:prstGeom>
          <ns1:noFill/>
          <ns1:ln w="0">
            <ns1:noFill/>
          </ns1:ln>
        </ns0:spPr>
        <ns0:txBody>
          <ns1:bodyPr lIns="90000" rIns="90000" tIns="45000" bIns="45000" anchor="ctr">
            <ns1:noAutofit/>
          </ns1:bodyPr>
          <ns1:p>
            <ns1:r>
              <ns1:t>Community Learning Showcase</ns1:t>
            </ns1:r>
          </ns1:p>
        </ns0:txBody>
      </ns0:sp>
      <ns0:sp>
        <ns0:nvSpPr>
          <ns0:cNvPr id="42" name="PlaceHolder 2"/>
          <ns0:cNvSpPr>
            <ns1:spLocks noGrp="1"/>
          </ns0:cNvSpPr>
          <ns0:nvPr>
            <ns0:ph/>
          </ns0:nvPr>
        </ns0:nvSpPr>
        <ns0:spPr>
          <ns1:xfrm>
            <ns1:off x="457200" y="1600200"/>
            <ns1:ext cx="8228880" cy="4525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90000" rIns="90000" tIns="45000" bIns="45000" anchor="t">
            <ns1:noAutofit/>
          </ns1:bodyPr>
          <ns1:p>
            <ns1:r>
              <ns1:t>Program overview</ns1:t>
            </ns1:r>
          </ns1:p>
        </ns0:txBody>
      </ns0:sp>
    </ns0:spTree>
  </ns0:cSld>
  <ns2:AlternateContent>
    <ns2:Choice Requires="p14">
      <ns0:transition spd="slow" ns3:dur="2000"/>
    </ns2:Choice>
    <ns2:Fallback>
      <ns0:transition spd="slow"/>
    </ns2:Fallback>
  </ns2:AlternateContent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markup-compatibility/2006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3" name="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80"/>
            <ns1:ext cx="8228880" cy="1142280"/>
          </ns1:xfrm>
          <ns1:prstGeom prst="rect">
            <ns1:avLst/>
          </ns1:prstGeom>
          <ns1:noFill/>
          <ns1:ln w="0">
            <ns1:noFill/>
          </ns1:ln>
        </ns0:spPr>
        <ns0:txBody>
          <ns1:bodyPr lIns="90000" rIns="90000" tIns="45000" bIns="45000" anchor="ctr">
            <ns1:noAutofit/>
          </ns1:bodyPr>
          <ns1:p>
            <ns1:pPr algn="ctr">
              <ns1:lnSpc>
                <ns1:spcPct val="100000"/>
              </ns1:lnSpc>
              <ns1:buNone/>
            </ns1:pPr>
            <ns1:r>
              <ns1:rPr b="0" lang="en-US" sz="4400" spc="-1" strike="noStrike">
                <ns1:solidFill>
                  <ns1:srgbClr val="1F2933"/>
                </ns1:solidFill>
                <ns1:latin typeface="Calibri"/>
              </ns1:rPr>
              <ns1:t>Workshop Plan</ns1:t>
            </ns1:r>
            <ns1:endParaRPr b="0" lang="en-HK" sz="4400" spc="-1" strike="noStrike">
              <ns1:latin typeface="Arial"/>
            </ns1:endParaRPr>
          </ns1:p>
        </ns0:txBody>
      </ns0:sp>
      <ns0:sp>
        <ns0:nvSpPr>
          <ns0:cNvPr id="44" name="PlaceHolder 2"/>
          <ns0:cNvSpPr>
            <ns1:spLocks noGrp="1"/>
          </ns0:cNvSpPr>
          <ns0:nvPr>
            <ns0:ph/>
          </ns0:nvPr>
        </ns0:nvSpPr>
        <ns0:spPr>
          <ns1:xfrm>
            <ns1:off x="457200" y="1600200"/>
            <ns1:ext cx="8228880" cy="4525200"/>
          </ns1:xfrm>
          <ns1:prstGeom prst="rect">
            <ns1:avLst/>
          </ns1:prstGeom>
          <ns1:noFill/>
          <ns1:ln w="0">
            <ns1:noFill/>
          </ns1:ln>
        </ns0:spPr>
        <ns0:txBody>
          <ns1:bodyPr lIns="90000" rIns="90000" tIns="45000" bIns="45000" anchor="t">
            <ns1:noAutofit/>
          </ns1:bodyPr>
          <ns1:p>
            <ns1:pPr>
              <ns1:lnSpc>
                <ns1:spcPct val="100000"/>
              </ns1:lnSpc>
              <ns1:spcBef>
                <ns1:spcPts val="641"/>
              </ns1:spcBef>
              <ns1:buNone/>
            </ns1:pPr>
            <ns1:endParaRPr b="0" lang="en-HK" sz="3200" spc="-1" strike="noStrike">
              <ns1:latin typeface="Arial"/>
            </ns1:endParaRPr>
          </ns1:p>
          <ns1:p>
            <ns1:pPr marL="343080" indent="-343080">
              <ns1:lnSpc>
                <ns1:spcPct val="100000"/>
              </ns1:lnSpc>
              <ns1:spcBef>
                <ns1:spcPts val="641"/>
              </ns1:spcBef>
              <ns1:buClr>
                <ns1:srgbClr val="000000"/>
              </ns1:buClr>
              <ns1:buFont typeface="Arial"/>
              <ns1:buChar char="•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Opening session</ns1:t>
            </ns1:r>
            <ns1:endParaRPr b="0" lang="en-HK" sz="3200" spc="-1" strike="noStrike">
              <ns1:latin typeface="Arial"/>
            </ns1:endParaRPr>
          </ns1:p>
          <ns1:p>
            <ns1:pPr marL="343080" indent="-343080">
              <ns1:lnSpc>
                <ns1:spcPct val="100000"/>
              </ns1:lnSpc>
              <ns1:spcBef>
                <ns1:spcPts val="641"/>
              </ns1:spcBef>
              <ns1:buClr>
                <ns1:srgbClr val="000000"/>
              </ns1:buClr>
              <ns1:buFont typeface="Arial"/>
              <ns1:buChar char="•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Hands-on activity</ns1:t>
            </ns1:r>
            <ns1:endParaRPr b="0" lang="en-HK" sz="3200" spc="-1" strike="noStrike">
              <ns1:latin typeface="Arial"/>
            </ns1:endParaRPr>
          </ns1:p>
          <ns1:p>
            <ns1:pPr marL="343080" indent="-343080">
              <ns1:lnSpc>
                <ns1:spcPct val="100000"/>
              </ns1:lnSpc>
              <ns1:spcBef>
                <ns1:spcPts val="641"/>
              </ns1:spcBef>
              <ns1:buClr>
                <ns1:srgbClr val="000000"/>
              </ns1:buClr>
              <ns1:buFont typeface="Arial"/>
              <ns1:buChar char="•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>Discussion</ns1:t>
            </ns1:r>
            <ns1:endParaRPr b="0" lang="en-HK" sz="3200" spc="-1" strike="noStrike">
              <ns1:latin typeface="Arial"/>
            </ns1:endParaRPr>
          </ns1:p>
          <ns1:p>
            <ns1:pPr marL="343080" indent="-343080">
              <ns1:lnSpc>
                <ns1:spcPct val="100000"/>
              </ns1:lnSpc>
              <ns1:spcBef>
                <ns1:spcPts val="641"/>
              </ns1:spcBef>
              <ns1:buClr>
                <ns1:srgbClr val="000000"/>
              </ns1:buClr>
              <ns1:buFont typeface="Arial"/>
              <ns1:buChar char="•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/>
            </ns1:r>
            <ns1:endParaRPr b="0" lang="en-HK" sz="3200" spc="-1" strike="noStrike">
              <ns1:latin typeface="Arial"/>
            </ns1:endParaRPr>
          </ns1:p>
          <ns1:p>
            <ns1:pPr marL="343080" indent="-343080">
              <ns1:lnSpc>
                <ns1:spcPct val="100000"/>
              </ns1:lnSpc>
              <ns1:spcBef>
                <ns1:spcPts val="641"/>
              </ns1:spcBef>
              <ns1:buClr>
                <ns1:srgbClr val="000000"/>
              </ns1:buClr>
              <ns1:buFont typeface="Arial"/>
              <ns1:buChar char="•"/>
            </ns1:pPr>
            <ns1:r>
              <ns1:rPr b="0" lang="en-US" sz="3200" spc="-1" strike="noStrike">
                <ns1:solidFill>
                  <ns1:srgbClr val="1F2933"/>
                </ns1:solidFill>
                <ns1:latin typeface="Calibri"/>
              </ns1:rPr>
              <ns1:t/>
            </ns1:r>
            <ns1:endParaRPr b="0" lang="en-HK" sz="3200" spc="-1" strike="noStrike">
              <ns1:latin typeface="Arial"/>
            </ns1:endParaRPr>
          </ns1:p>
        </ns0:txBody>
      </ns0:sp>
    </ns0:spTree>
  </ns0:cSld>
  <ns2:AlternateContent>
    <ns2:Choice Requires="p14">
      <ns0:transition spd="slow" ns3:dur="2000"/>
    </ns2:Choice>
    <ns2:Fallback>
      <ns0:transition spd="slow"/>
    </ns2:Fallback>
  </ns2:AlternateContent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ns0:coreProperties xmlns:dc="http://purl.org/dc/elements/1.1/" xmlns:ns0="http://schemas.openxmlformats.org/package/2006/metadata/core-properties" xmlns:ns1="http://purl.org/dc/terms/" xmlns:xsi="http://www.w3.org/2001/XMLSchema-instance">
  <ns1:created xsi:type="dcterms:W3CDTF">2013-01-27T09:14:16Z</ns1:created>
  <dc:creator>OSWorld</dc:creator>
  <dc:description/>
  <dc:language>en-HK</dc:language>
  <ns0:lastModifiedBy>OSWorld</ns0:lastModifiedBy>
  <ns1:modified xsi:type="dcterms:W3CDTF">2013-01-27T09:15:58Z</ns1:modified>
  <ns0:revision>1</ns0:revision>
  <dc:subject/>
  <dc:title>Adapted Impress seed</dc:title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