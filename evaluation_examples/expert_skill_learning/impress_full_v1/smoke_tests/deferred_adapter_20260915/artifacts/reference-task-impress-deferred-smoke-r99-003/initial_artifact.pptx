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Playfair Displ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SrRS/wRDckqF266bYH1jNKWIl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3" Type="http://schemas.openxmlformats.org/officeDocument/2006/relationships/font" Target="fonts/PlayfairDisplay-regular.fntdata"/><Relationship Id="rId24" Type="http://schemas.openxmlformats.org/officeDocument/2006/relationships/font" Target="fonts/PlayfairDisplay-bold.fntdata"/><Relationship Id="rId25" Type="http://schemas.openxmlformats.org/officeDocument/2006/relationships/font" Target="fonts/PlayfairDisplay-italic.fntdata"/><Relationship Id="rId26" Type="http://schemas.openxmlformats.org/officeDocument/2006/relationships/font" Target="fonts/PlayfairDisplay-boldItalic.fntdata"/><Relationship Id="rId27" Type="http://schemas.openxmlformats.org/officeDocument/2006/relationships/font" Target="fonts/Lato-regular.fntdata"/><Relationship Id="rId28" Type="http://schemas.openxmlformats.org/officeDocument/2006/relationships/font" Target="fonts/Lato-bold.fntdata"/><Relationship Id="rId29" Type="http://schemas.openxmlformats.org/officeDocument/2006/relationships/font" Target="fonts/Lato-italic.fntdata"/><Relationship Id="rId30" Type="http://schemas.openxmlformats.org/officeDocument/2006/relationships/font" Target="fonts/Lato-boldItalic.fntdata"/><Relationship Id="rId3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fld id="{00000000-1234-1234-1234-123412341234}" type="slidenum">
              <a:rPr b="0" i="0" lang="en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ns0:notes xmlns:ns0="http://schemas.openxmlformats.org/presentationml/2006/main" xmlns:ns1="http://schemas.openxmlformats.org/drawingml/2006/main" showMasterPhAnim="0" showMasterSp="0">
  <ns0:cSld>
    <ns0:spTree>
      <ns0:nvGrpSpPr>
        <ns0:cNvPr id="270" name="Shape 270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71" name="Google Shape;271;p1:notes"/>
          <ns0:cNvSpPr txBox="1"/>
          <ns0:nvPr>
            <ns0:ph idx="1" type="body"/>
          </ns0:nvPr>
        </ns0:nvSpPr>
        <ns0:spPr>
          <ns1:xfrm>
            <ns1:off x="756000" y="5078520"/>
            <ns1:ext cx="6047640" cy="481104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noAutofit/>
          </ns1:bodyPr>
          <ns1:lstStyle/>
          <ns1:p>
            <ns1:pPr indent="0" lvl="0" marL="0" rtl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272" name="Google Shape;272;p1:notes"/>
          <ns0:cNvSpPr/>
          <ns0:nvPr>
            <ns0:ph idx="2" type="sldImg"/>
          </ns0:nvPr>
        </ns0:nvSpPr>
        <ns0:spPr>
          <ns1:xfrm>
            <ns1:off x="216000" y="812520"/>
            <ns1:ext cx="7127280" cy="4008960"/>
          </ns1:xfrm>
          <ns1:custGeom>
            <ns1:rect b="b" l="l" r="r" t="t"/>
            <ns1:pathLst>
              <ns1:path extrusionOk="0" h="120000" w="120000">
                <ns1:moveTo>
                  <ns1:pt x="0" y="0"/>
                </ns1:moveTo>
                <ns1:lnTo>
                  <ns1:pt x="120000" y="0"/>
                </ns1:lnTo>
                <ns1:lnTo>
                  <ns1:pt x="120000" y="120000"/>
                </ns1:lnTo>
                <ns1:lnTo>
                  <ns1:pt x="0" y="120000"/>
                </ns1:lnTo>
                <ns1:close/>
              </ns1:path>
            </ns1:pathLst>
          </ns1:custGeom>
        </ns0:spPr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 showMasterPhAnim="0" showMasterSp="0">
  <ns0:cSld>
    <ns0:spTree>
      <ns0:nvGrpSpPr>
        <ns0:cNvPr id="277" name="Shape 277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78" name="Google Shape;278;p2:notes"/>
          <ns0:cNvSpPr/>
          <ns0:nvPr>
            <ns0:ph idx="2" type="sldImg"/>
          </ns0:nvPr>
        </ns0:nvSpPr>
        <ns0:spPr>
          <ns1:xfrm>
            <ns1:off x="380880" y="685800"/>
            <ns1:ext cx="6095520" cy="3428640"/>
          </ns1:xfrm>
          <ns1:custGeom>
            <ns1:rect b="b" l="l" r="r" t="t"/>
            <ns1:pathLst>
              <ns1:path extrusionOk="0" h="120000" w="120000">
                <ns1:moveTo>
                  <ns1:pt x="0" y="0"/>
                </ns1:moveTo>
                <ns1:lnTo>
                  <ns1:pt x="120000" y="0"/>
                </ns1:lnTo>
                <ns1:lnTo>
                  <ns1:pt x="120000" y="120000"/>
                </ns1:lnTo>
                <ns1:lnTo>
                  <ns1:pt x="0" y="120000"/>
                </ns1:lnTo>
                <ns1:close/>
              </ns1:path>
            </ns1:pathLst>
          </ns1:custGeom>
          <ns1:noFill/>
          <ns1:ln>
            <ns1:noFill/>
          </ns1:ln>
        </ns0:spPr>
      </ns0:sp>
      <ns0:sp>
        <ns0:nvSpPr>
          <ns0:cNvPr id="279" name="Google Shape;279;p2:notes"/>
          <ns0:cNvSpPr txBox="1"/>
          <ns0:nvPr>
            <ns0:ph idx="1" type="body"/>
          </ns0:nvPr>
        </ns0:nvSpPr>
        <ns0:spPr>
          <ns1:xfrm>
            <ns1:off x="685800" y="4343400"/>
            <ns1:ext cx="5486040" cy="41144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0" spcFirstLastPara="1" rIns="0" wrap="square" tIns="91425">
            <ns1:noAutofit/>
          </ns1:bodyPr>
          <ns1:lstStyle/>
          <ns1:p>
            <ns1:pPr indent="0" lvl="0" marL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1100"/>
              <ns1:buFont typeface="Arial"/>
              <ns1:buNone/>
            </ns1:pPr>
            <ns1:r>
              <ns1:rPr b="0" lang="en" sz="1100" strike="noStrike">
                <ns1:highlight>
                  <ns1:srgbClr val="000000"/>
                </ns1:highlight>
                <ns1:latin typeface="Arial"/>
                <ns1:ea typeface="Arial"/>
                <ns1:cs typeface="Arial"/>
                <ns1:sym typeface="Arial"/>
              </ns1:rPr>
              <ns1:t/>
            </ns1:r>
            <ns1:endParaRPr b="0" sz="1100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 showMasterPhAnim="0" showMasterSp="0">
  <ns0:cSld>
    <ns0:spTree>
      <ns0:nvGrpSpPr>
        <ns0:cNvPr id="284" name="Shape 284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85" name="Google Shape;285;p3:notes"/>
          <ns0:cNvSpPr txBox="1"/>
          <ns0:nvPr>
            <ns0:ph idx="1" type="body"/>
          </ns0:nvPr>
        </ns0:nvSpPr>
        <ns0:spPr>
          <ns1:xfrm>
            <ns1:off x="756000" y="5078520"/>
            <ns1:ext cx="6047640" cy="481104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noAutofit/>
          </ns1:bodyPr>
          <ns1:lstStyle/>
          <ns1:p>
            <ns1:pPr indent="0" lvl="0" marL="0" rtl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286" name="Google Shape;286;p3:notes"/>
          <ns0:cNvSpPr/>
          <ns0:nvPr>
            <ns0:ph idx="2" type="sldImg"/>
          </ns0:nvPr>
        </ns0:nvSpPr>
        <ns0:spPr>
          <ns1:xfrm>
            <ns1:off x="216000" y="812520"/>
            <ns1:ext cx="7127280" cy="4008960"/>
          </ns1:xfrm>
          <ns1:custGeom>
            <ns1:rect b="b" l="l" r="r" t="t"/>
            <ns1:pathLst>
              <ns1:path extrusionOk="0" h="120000" w="120000">
                <ns1:moveTo>
                  <ns1:pt x="0" y="0"/>
                </ns1:moveTo>
                <ns1:lnTo>
                  <ns1:pt x="120000" y="0"/>
                </ns1:lnTo>
                <ns1:lnTo>
                  <ns1:pt x="120000" y="120000"/>
                </ns1:lnTo>
                <ns1:lnTo>
                  <ns1:pt x="0" y="120000"/>
                </ns1:lnTo>
                <ns1:close/>
              </ns1:path>
            </ns1:pathLst>
          </ns1:custGeom>
        </ns0:spPr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 showMasterPhAnim="0" showMasterSp="0">
  <ns0:cSld>
    <ns0:spTree>
      <ns0:nvGrpSpPr>
        <ns0:cNvPr id="294" name="Shape 294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95" name="Google Shape;295;p4:notes"/>
          <ns0:cNvSpPr/>
          <ns0:nvPr>
            <ns0:ph idx="2" type="sldImg"/>
          </ns0:nvPr>
        </ns0:nvSpPr>
        <ns0:spPr>
          <ns1:xfrm>
            <ns1:off x="380880" y="685800"/>
            <ns1:ext cx="6095520" cy="3428640"/>
          </ns1:xfrm>
          <ns1:custGeom>
            <ns1:rect b="b" l="l" r="r" t="t"/>
            <ns1:pathLst>
              <ns1:path extrusionOk="0" h="120000" w="120000">
                <ns1:moveTo>
                  <ns1:pt x="0" y="0"/>
                </ns1:moveTo>
                <ns1:lnTo>
                  <ns1:pt x="120000" y="0"/>
                </ns1:lnTo>
                <ns1:lnTo>
                  <ns1:pt x="120000" y="120000"/>
                </ns1:lnTo>
                <ns1:lnTo>
                  <ns1:pt x="0" y="120000"/>
                </ns1:lnTo>
                <ns1:close/>
              </ns1:path>
            </ns1:pathLst>
          </ns1:custGeom>
          <ns1:noFill/>
          <ns1:ln>
            <ns1:noFill/>
          </ns1:ln>
        </ns0:spPr>
      </ns0:sp>
      <ns0:sp>
        <ns0:nvSpPr>
          <ns0:cNvPr id="296" name="Google Shape;296;p4:notes"/>
          <ns0:cNvSpPr txBox="1"/>
          <ns0:nvPr>
            <ns0:ph idx="1" type="body"/>
          </ns0:nvPr>
        </ns0:nvSpPr>
        <ns0:spPr>
          <ns1:xfrm>
            <ns1:off x="685800" y="4343400"/>
            <ns1:ext cx="5486040" cy="41144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0" spcFirstLastPara="1" rIns="0" wrap="square" tIns="91425">
            <ns1:noAutofit/>
          </ns1:bodyPr>
          <ns1:lstStyle/>
          <ns1:p>
            <ns1:pPr indent="0" lvl="0" marL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1100"/>
              <ns1:buFont typeface="Arial"/>
              <ns1:buNone/>
            </ns1:pPr>
            <ns1:r>
              <ns1:rPr b="0" lang="en" sz="1100" strike="noStrike">
                <ns1:highlight>
                  <ns1:srgbClr val="000000"/>
                </ns1:highlight>
                <ns1:latin typeface="Arial"/>
                <ns1:ea typeface="Arial"/>
                <ns1:cs typeface="Arial"/>
                <ns1:sym typeface="Arial"/>
              </ns1:rPr>
              <ns1:t/>
            </ns1:r>
            <ns1:endParaRPr b="0" sz="1100" strike="noStrike">
              <ns1:latin typeface="Arial"/>
              <ns1:ea typeface="Arial"/>
              <ns1:cs typeface="Arial"/>
              <ns1:sym typeface="Arial"/>
            </ns1:endParaRPr>
          </ns1:p>
          <ns1:p>
            <ns1:pPr indent="0" lvl="0" marL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SzPts val="1100"/>
              <ns1:buFont typeface="Arial"/>
              <ns1:buNone/>
            </ns1:pPr>
            <ns1:r>
              <ns1:rPr b="0" lang="en" sz="1100" strike="noStrike">
                <ns1:highlight>
                  <ns1:srgbClr val="000000"/>
                </ns1:highlight>
                <ns1:latin typeface="Arial"/>
                <ns1:ea typeface="Arial"/>
                <ns1:cs typeface="Arial"/>
                <ns1:sym typeface="Arial"/>
              </ns1:rPr>
              <ns1:t/>
            </ns1:r>
            <ns1:endParaRPr b="0" sz="1100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 showMasterPhAnim="0" showMasterSp="0">
  <ns0:cSld>
    <ns0:spTree>
      <ns0:nvGrpSpPr>
        <ns0:cNvPr id="301" name="Shape 301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02" name="Google Shape;302;p5:notes"/>
          <ns0:cNvSpPr txBox="1"/>
          <ns0:nvPr>
            <ns0:ph idx="1" type="body"/>
          </ns0:nvPr>
        </ns0:nvSpPr>
        <ns0:spPr>
          <ns1:xfrm>
            <ns1:off x="756000" y="5078520"/>
            <ns1:ext cx="6047640" cy="481104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noAutofit/>
          </ns1:bodyPr>
          <ns1:lstStyle/>
          <ns1:p>
            <ns1:pPr indent="0" lvl="0" marL="0" rtl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303" name="Google Shape;303;p5:notes"/>
          <ns0:cNvSpPr/>
          <ns0:nvPr>
            <ns0:ph idx="2" type="sldImg"/>
          </ns0:nvPr>
        </ns0:nvSpPr>
        <ns0:spPr>
          <ns1:xfrm>
            <ns1:off x="216000" y="812520"/>
            <ns1:ext cx="7127280" cy="4008960"/>
          </ns1:xfrm>
          <ns1:custGeom>
            <ns1:rect b="b" l="l" r="r" t="t"/>
            <ns1:pathLst>
              <ns1:path extrusionOk="0" h="120000" w="120000">
                <ns1:moveTo>
                  <ns1:pt x="0" y="0"/>
                </ns1:moveTo>
                <ns1:lnTo>
                  <ns1:pt x="120000" y="0"/>
                </ns1:lnTo>
                <ns1:lnTo>
                  <ns1:pt x="120000" y="120000"/>
                </ns1:lnTo>
                <ns1:lnTo>
                  <ns1:pt x="0" y="120000"/>
                </ns1:lnTo>
                <ns1:close/>
              </ns1:path>
            </ns1:pathLst>
          </ns1:custGeom>
        </ns0:spPr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 showMasterPhAnim="0" showMasterSp="0">
  <ns0:cSld>
    <ns0:spTree>
      <ns0:nvGrpSpPr>
        <ns0:cNvPr id="311" name="Shape 311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12" name="Google Shape;312;p6:notes"/>
          <ns0:cNvSpPr txBox="1"/>
          <ns0:nvPr>
            <ns0:ph idx="1" type="body"/>
          </ns0:nvPr>
        </ns0:nvSpPr>
        <ns0:spPr>
          <ns1:xfrm>
            <ns1:off x="756000" y="5078520"/>
            <ns1:ext cx="6047640" cy="4811040"/>
          </ns1:xfrm>
          <ns1:prstGeom prst="rect">
            <ns1:avLst/>
          </ns1:prstGeom>
        </ns0:spPr>
        <ns0:txBody>
          <ns1:bodyPr anchorCtr="0" anchor="t" bIns="0" lIns="0" spcFirstLastPara="1" rIns="0" wrap="square" tIns="0">
            <ns1:noAutofit/>
          </ns1:bodyPr>
          <ns1:lstStyle/>
          <ns1:p>
            <ns1:pPr indent="0" lvl="0" marL="0" rtl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t/>
            </ns1:r>
            <ns1:endParaRPr/>
          </ns1:p>
        </ns0:txBody>
      </ns0:sp>
      <ns0:sp>
        <ns0:nvSpPr>
          <ns0:cNvPr id="313" name="Google Shape;313;p6:notes"/>
          <ns0:cNvSpPr/>
          <ns0:nvPr>
            <ns0:ph idx="2" type="sldImg"/>
          </ns0:nvPr>
        </ns0:nvSpPr>
        <ns0:spPr>
          <ns1:xfrm>
            <ns1:off x="216000" y="812520"/>
            <ns1:ext cx="7127280" cy="4008960"/>
          </ns1:xfrm>
          <ns1:custGeom>
            <ns1:rect b="b" l="l" r="r" t="t"/>
            <ns1:pathLst>
              <ns1:path extrusionOk="0" h="120000" w="120000">
                <ns1:moveTo>
                  <ns1:pt x="0" y="0"/>
                </ns1:moveTo>
                <ns1:lnTo>
                  <ns1:pt x="120000" y="0"/>
                </ns1:lnTo>
                <ns1:lnTo>
                  <ns1:pt x="120000" y="120000"/>
                </ns1:lnTo>
                <ns1:lnTo>
                  <ns1:pt x="0" y="120000"/>
                </ns1:lnTo>
                <ns1:close/>
              </ns1:path>
            </ns1:pathLst>
          </ns1:custGeom>
        </ns0:spPr>
      </ns0:sp>
    </ns0:spTree>
  </ns0:cSld>
  <ns0:clrMapOvr>
    <ns1:masterClrMapping/>
  </ns0:clrMapOvr>
</ns0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7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7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9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0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0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0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1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1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2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3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3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4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4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5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5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5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5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5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6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7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8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0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1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51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52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5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2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5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53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5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4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4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5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5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5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55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5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6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6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6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56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6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6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3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8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9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9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9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0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6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1"/>
          <p:cNvSpPr txBox="1"/>
          <p:nvPr>
            <p:ph idx="1" type="subTitle"/>
          </p:nvPr>
        </p:nvSpPr>
        <p:spPr>
          <a:xfrm>
            <a:off x="311760" y="391320"/>
            <a:ext cx="852012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61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6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62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62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6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3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63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6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63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63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4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64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64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5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65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65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5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6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6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66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66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66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6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7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7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67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7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67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7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67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7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sz="1000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2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2748960" y="748800"/>
            <a:ext cx="3645720" cy="36457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6"/>
          <p:cNvSpPr/>
          <p:nvPr/>
        </p:nvSpPr>
        <p:spPr>
          <a:xfrm>
            <a:off x="2993040" y="992880"/>
            <a:ext cx="3157920" cy="315792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6"/>
          <p:cNvSpPr txBox="1"/>
          <p:nvPr>
            <p:ph type="title"/>
          </p:nvPr>
        </p:nvSpPr>
        <p:spPr>
          <a:xfrm>
            <a:off x="3096360" y="1627200"/>
            <a:ext cx="295092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6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8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 txBox="1"/>
          <p:nvPr>
            <p:ph type="title"/>
          </p:nvPr>
        </p:nvSpPr>
        <p:spPr>
          <a:xfrm>
            <a:off x="311760" y="1233000"/>
            <a:ext cx="8520120" cy="1609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311760" y="2919600"/>
            <a:ext cx="8520120" cy="1071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type="title"/>
          </p:nvPr>
        </p:nvSpPr>
        <p:spPr>
          <a:xfrm>
            <a:off x="311760" y="391320"/>
            <a:ext cx="8520120" cy="62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8" name="Google Shape;208;p22"/>
          <p:cNvSpPr txBox="1"/>
          <p:nvPr>
            <p:ph idx="2"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9" name="Google Shape;209;p22"/>
          <p:cNvSpPr txBox="1"/>
          <p:nvPr>
            <p:ph idx="12" type="sldNum"/>
          </p:nvPr>
        </p:nvSpPr>
        <p:spPr>
          <a:xfrm>
            <a:off x="8490240" y="4681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SzPts val="1000"/>
              <a:buFont typeface="Lato"/>
              <a:buNone/>
              <a:defRPr b="0" i="0" sz="1000" u="none" cap="none" strike="noStrike"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273" name="Shape 273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74" name="Google Shape;274;p1"/>
          <ns0:cNvSpPr txBox="1"/>
          <ns0:nvPr>
            <ns0:ph type="title"/>
          </ns0:nvPr>
        </ns0:nvSpPr>
        <ns0:spPr>
          <ns1:xfrm>
            <ns1:off x="3096360" y="1627200"/>
            <ns1:ext cx="2950920" cy="15840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ctr" bIns="91425" lIns="0" spcFirstLastPara="1" rIns="0" wrap="square" tIns="91425">
            <ns1:noAutofit/>
          </ns1:bodyPr>
          <ns1:lstStyle/>
          <ns1:p>
            <ns1:pPr indent="0" lvl="0" marL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FFFFF"/>
              </ns1:buClr>
              <ns1:buSzPts val="3200"/>
              <ns1:buFont typeface="Lato"/>
              <ns1:buNone/>
            </ns1:pPr>
            <ns1:r>
              <ns1:rPr b="1" lang="en" sz="3200" strike="noStrike">
                <ns1:solidFill>
                  <ns1:srgbClr val="FFFFFF"/>
                </ns1:solidFill>
                <ns1:latin typeface="Lato"/>
                <ns1:ea typeface="Lato"/>
                <ns1:cs typeface="Lato"/>
                <ns1:sym typeface="Lato"/>
              </ns1:rPr>
              <ns1:t>Community Learning Showcase</ns1:t>
            </ns1:r>
            <ns1:endParaRPr b="0" sz="3200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275" name="Google Shape;275;p1"/>
          <ns0:cNvSpPr txBox="1"/>
          <ns0:nvPr>
            <ns0:ph idx="1" type="subTitle"/>
          </ns0:nvPr>
        </ns0:nvSpPr>
        <ns0:spPr>
          <ns1:xfrm>
            <ns1:off x="3096360" y="3267000"/>
            <ns1:ext cx="2950920" cy="70092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b" bIns="91425" lIns="0" spcFirstLastPara="1" rIns="0" wrap="square" tIns="91425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FFFFF"/>
              </ns1:buClr>
              <ns1:buSzPts val="1800"/>
              <ns1:buFont typeface="Playfair Display"/>
              <ns1:buNone/>
            </ns1:pPr>
            <ns1:r>
              <ns1:rPr b="1" i="0" lang="en" sz="1800" u="none" cap="none" strike="noStrike">
                <ns1:solidFill>
                  <ns1:srgbClr val="FFFFFF"/>
                </ns1:solidFill>
                <ns1:latin typeface="Playfair Display"/>
                <ns1:ea typeface="Playfair Display"/>
                <ns1:cs typeface="Playfair Display"/>
                <ns1:sym typeface="Playfair Display"/>
              </ns1:rPr>
              <ns1:t>Program overview</ns1:t>
            </ns1:r>
            <ns1:endParaRPr b="0" i="0" sz="1800" u="none" cap="none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spTree>
      <ns0:nvGrpSpPr>
        <ns0:cNvPr id="280" name="Shape 280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81" name="Google Shape;281;p2"/>
          <ns0:cNvSpPr txBox="1"/>
          <ns0:nvPr>
            <ns0:ph type="title"/>
          </ns0:nvPr>
        </ns0:nvSpPr>
        <ns0:spPr>
          <ns1:xfrm>
            <ns1:off x="311760" y="391320"/>
            <ns1:ext cx="8520120" cy="6256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0" spcFirstLastPara="1" rIns="0" wrap="square" tIns="91425">
            <ns1:noAutofit/>
          </ns1:bodyPr>
          <ns1:lstStyle/>
          <ns1:p>
            <ns1:pPr indent="0" lvl="0" marL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55E61"/>
              </ns1:buClr>
              <ns1:buSzPts val="3200"/>
              <ns1:buFont typeface="Playfair Display"/>
              <ns1:buNone/>
            </ns1:pPr>
            <ns1:r>
              <ns1:rPr b="1" lang="en" sz="3200" strike="noStrike">
                <ns1:solidFill>
                  <ns1:srgbClr val="F55E61"/>
                </ns1:solidFill>
                <ns1:latin typeface="Playfair Display"/>
                <ns1:ea typeface="Playfair Display"/>
                <ns1:cs typeface="Playfair Display"/>
                <ns1:sym typeface="Playfair Display"/>
              </ns1:rPr>
              <ns1:t>Workshop Plan</ns1:t>
            </ns1:r>
            <ns1:endParaRPr b="0" sz="3200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282" name="Google Shape;282;p2"/>
          <ns0:cNvSpPr txBox="1"/>
          <ns0:nvPr>
            <ns0:ph idx="1" type="body"/>
          </ns0:nvPr>
        </ns0:nvSpPr>
        <ns0:spPr>
          <ns1:xfrm>
            <ns1:off x="311760" y="1152360"/>
            <ns1:ext cx="8520120" cy="34160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0" spcFirstLastPara="1" rIns="0" wrap="square" tIns="91425">
            <ns1:noAutofit/>
          </ns1:bodyPr>
          <ns1:lstStyle/>
          <ns1:p>
            <ns1:pPr indent="-343080" lvl="0" marL="457200" marR="0" rtl="0" algn="l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Opening session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Hands-on activity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Discussion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/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287" name="Shape 287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88" name="Google Shape;288;p3"/>
          <ns0:cNvPicPr preferRelativeResize="0"/>
          <ns0:nvPr/>
        </ns0:nvPicPr>
        <ns0:blipFill rotWithShape="1">
          <ns1:blip ns2:embed="rId3">
            <ns1:alphaModFix/>
          </ns1:blip>
          <ns1:srcRect b="0" l="0" r="0" t="0"/>
          <ns1:stretch/>
        </ns0:blipFill>
        <ns0:spPr>
          <ns1:xfrm>
            <ns1:off x="2492280" y="152280"/>
            <ns1:ext cx="4159080" cy="4838400"/>
          </ns1:xfrm>
          <ns1:prstGeom prst="rect">
            <ns1:avLst/>
          </ns1:prstGeom>
          <ns1:noFill/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</ns0:pic>
      <ns0:sp>
        <ns0:nvSpPr>
          <ns0:cNvPr id="289" name="Google Shape;289;p3"/>
          <ns0:cNvSpPr/>
          <ns0:nvPr/>
        </ns0:nvSpPr>
        <ns0:spPr>
          <ns1:xfrm>
            <ns1:off x="205200" y="1104840"/>
            <ns1:ext cx="2509200" cy="589680"/>
          </ns1:xfrm>
          <ns1:prstGeom prst="rightArrow">
            <ns1:avLst>
              <ns1:gd fmla="val 50000" name="adj1"/>
              <ns1:gd fmla="val 50000" name="adj2"/>
            </ns1:avLst>
          </ns1:prstGeom>
          <ns1:solidFill>
            <ns1:schemeClr val="lt2"/>
          </ns1:solidFill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182875" lIns="91425" spcFirstLastPara="1" rIns="91425" wrap="square" tIns="182875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1400"/>
              <ns1:buFont typeface="Lato"/>
              <ns1:buNone/>
            </ns1:pPr>
            <ns1:r>
              <ns1:rPr b="0" i="0" lang="en" sz="1400" u="none" cap="none" strike="noStrike">
                <ns1:solidFill>
                  <ns1:srgbClr val="000000"/>
                </ns1:solidFill>
                <ns1:latin typeface="Lato"/>
                <ns1:ea typeface="Lato"/>
                <ns1:cs typeface="Lato"/>
                <ns1:sym typeface="Lato"/>
              </ns1:rPr>
              <ns1:t>Participation Snapshot</ns1:t>
            </ns1:r>
            <ns1:endParaRPr b="0" i="0" sz="1400" u="none" cap="none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290" name="Google Shape;290;p3"/>
          <ns0:cNvSpPr/>
          <ns0:nvPr/>
        </ns0:nvSpPr>
        <ns0:spPr>
          <ns1:xfrm>
            <ns1:off x="205200" y="1694880"/>
            <ns1:ext cx="2509200" cy="589680"/>
          </ns1:xfrm>
          <ns1:prstGeom prst="rightArrow">
            <ns1:avLst>
              <ns1:gd fmla="val 50000" name="adj1"/>
              <ns1:gd fmla="val 50000" name="adj2"/>
            </ns1:avLst>
          </ns1:prstGeom>
          <ns1:solidFill>
            <ns1:schemeClr val="lt2"/>
          </ns1:solidFill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182875" lIns="91425" spcFirstLastPara="1" rIns="91425" wrap="square" tIns="182875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1400"/>
              <ns1:buFont typeface="Lato"/>
              <ns1:buNone/>
            </ns1:pPr>
            <ns1:r>
              <ns1:rPr b="0" i="0" lang="en" sz="1400" u="none" cap="none" strike="noStrike">
                <ns1:solidFill>
                  <ns1:srgbClr val="000000"/>
                </ns1:solidFill>
                <ns1:latin typeface="Lato"/>
                <ns1:ea typeface="Lato"/>
                <ns1:cs typeface="Lato"/>
                <ns1:sym typeface="Lato"/>
              </ns1:rPr>
              <ns1:t>Registrations</ns1:t>
            </ns1:r>
            <ns1:endParaRPr b="0" i="0" sz="1400" u="none" cap="none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291" name="Google Shape;291;p3"/>
          <ns0:cNvSpPr/>
          <ns0:nvPr/>
        </ns0:nvSpPr>
        <ns0:spPr>
          <ns1:xfrm>
            <ns1:off x="205200" y="2611080"/>
            <ns1:ext cx="2509200" cy="589680"/>
          </ns1:xfrm>
          <ns1:prstGeom prst="rightArrow">
            <ns1:avLst>
              <ns1:gd fmla="val 50000" name="adj1"/>
              <ns1:gd fmla="val 50000" name="adj2"/>
            </ns1:avLst>
          </ns1:prstGeom>
          <ns1:solidFill>
            <ns1:schemeClr val="lt2"/>
          </ns1:solidFill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182875" lIns="91425" spcFirstLastPara="1" rIns="91425" wrap="square" tIns="182875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1400"/>
              <ns1:buFont typeface="Lato"/>
              <ns1:buNone/>
            </ns1:pPr>
            <ns1:r>
              <ns1:rPr b="0" i="0" lang="en" sz="1400" u="none" cap="none" strike="noStrike">
                <ns1:solidFill>
                  <ns1:srgbClr val="000000"/>
                </ns1:solidFill>
                <ns1:latin typeface="Lato"/>
                <ns1:ea typeface="Lato"/>
                <ns1:cs typeface="Lato"/>
                <ns1:sym typeface="Lato"/>
              </ns1:rPr>
              <ns1:t>Facilitators</ns1:t>
            </ns1:r>
            <ns1:endParaRPr b="0" i="0" sz="1400" u="none" cap="none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292" name="Google Shape;292;p3"/>
          <ns0:cNvSpPr/>
          <ns0:nvPr/>
        </ns0:nvSpPr>
        <ns0:spPr>
          <ns1:xfrm>
            <ns1:off x="205200" y="3745440"/>
            <ns1:ext cx="2509200" cy="589680"/>
          </ns1:xfrm>
          <ns1:prstGeom prst="rightArrow">
            <ns1:avLst>
              <ns1:gd fmla="val 50000" name="adj1"/>
              <ns1:gd fmla="val 50000" name="adj2"/>
            </ns1:avLst>
          </ns1:prstGeom>
          <ns1:solidFill>
            <ns1:schemeClr val="lt2"/>
          </ns1:solidFill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182875" lIns="91425" spcFirstLastPara="1" rIns="91425" wrap="square" tIns="182875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1400"/>
              <ns1:buFont typeface="Lato"/>
              <ns1:buNone/>
            </ns1:pPr>
            <ns1:r>
              <ns1:rPr b="0" i="0" lang="en" sz="1400" u="none" cap="none" strike="noStrike">
                <ns1:solidFill>
                  <ns1:srgbClr val="000000"/>
                </ns1:solidFill>
                <ns1:latin typeface="Lato"/>
                <ns1:ea typeface="Lato"/>
                <ns1:cs typeface="Lato"/>
                <ns1:sym typeface="Lato"/>
              </ns1:rPr>
              <ns1:t>Next milestone</ns1:t>
            </ns1:r>
            <ns1:endParaRPr b="0" i="0" sz="1400" u="none" cap="none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>
    <ns0:spTree>
      <ns0:nvGrpSpPr>
        <ns0:cNvPr id="297" name="Shape 297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98" name="Google Shape;298;p4"/>
          <ns0:cNvSpPr txBox="1"/>
          <ns0:nvPr>
            <ns0:ph type="title"/>
          </ns0:nvPr>
        </ns0:nvSpPr>
        <ns0:spPr>
          <ns1:xfrm>
            <ns1:off x="311760" y="391320"/>
            <ns1:ext cx="8520120" cy="6256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0" spcFirstLastPara="1" rIns="0" wrap="square" tIns="91425">
            <ns1:noAutofit/>
          </ns1:bodyPr>
          <ns1:lstStyle/>
          <ns1:p>
            <ns1:pPr indent="0" lvl="0" marL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55E61"/>
              </ns1:buClr>
              <ns1:buSzPts val="3200"/>
              <ns1:buFont typeface="Playfair Display"/>
              <ns1:buNone/>
            </ns1:pPr>
            <ns1:r>
              <ns1:rPr b="1" lang="en" sz="3200" strike="noStrike">
                <ns1:solidFill>
                  <ns1:srgbClr val="F55E61"/>
                </ns1:solidFill>
                <ns1:latin typeface="Playfair Display"/>
                <ns1:ea typeface="Playfair Display"/>
                <ns1:cs typeface="Playfair Display"/>
                <ns1:sym typeface="Playfair Display"/>
              </ns1:rPr>
              <ns1:t>Resource Guide</ns1:t>
            </ns1:r>
            <ns1:endParaRPr b="0" sz="3200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299" name="Google Shape;299;p4"/>
          <ns0:cNvSpPr txBox="1"/>
          <ns0:nvPr>
            <ns0:ph idx="1" type="body"/>
          </ns0:nvPr>
        </ns0:nvSpPr>
        <ns0:spPr>
          <ns1:xfrm>
            <ns1:off x="311760" y="1152360"/>
            <ns1:ext cx="8520000" cy="341610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0" spcFirstLastPara="1" rIns="0" wrap="square" tIns="91425">
            <ns1:noAutofit/>
          </ns1:bodyPr>
          <ns1:lstStyle/>
          <ns1:p>
            <ns1:pPr indent="-343080" lvl="0" marL="457200" marR="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Venue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Materials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Support contacts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17520" lvl="1" marL="914400" marR="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400"/>
              <ns1:buFont typeface="Lato"/>
              <ns1:buChar char="○"/>
            </ns1:pPr>
            <ns1:r>
              <ns1:rPr b="0" i="0" lang="en" sz="14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/>
            </ns1:r>
            <ns1:endParaRPr b="0" i="0" sz="14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/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1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/>
            </ns1: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/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304" name="Shape 304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05" name="Google Shape;305;p5"/>
          <ns0:cNvPicPr preferRelativeResize="0"/>
          <ns0:nvPr/>
        </ns0:nvPicPr>
        <ns0:blipFill rotWithShape="1">
          <ns1:blip ns2:embed="rId3">
            <ns1:alphaModFix/>
          </ns1:blip>
          <ns1:srcRect b="0" l="0" r="0" t="0"/>
          <ns1:stretch/>
        </ns0:blipFill>
        <ns0:spPr>
          <ns1:xfrm>
            <ns1:off x="1215720" y="397080"/>
            <ns1:ext cx="3303360" cy="4349160"/>
          </ns1:xfrm>
          <ns1:prstGeom prst="rect">
            <ns1:avLst/>
          </ns1:prstGeom>
          <ns1:noFill/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</ns0:pic>
      <ns0:pic>
        <ns0:nvPicPr>
          <ns0:cNvPr id="306" name="Google Shape;306;p5"/>
          <ns0:cNvPicPr preferRelativeResize="0"/>
          <ns0:nvPr/>
        </ns0:nvPicPr>
        <ns0:blipFill rotWithShape="1">
          <ns1:blip ns2:embed="rId4">
            <ns1:alphaModFix/>
          </ns1:blip>
          <ns1:srcRect b="0" l="0" r="0" t="0"/>
          <ns1:stretch/>
        </ns0:blipFill>
        <ns0:spPr>
          <ns1:xfrm>
            <ns1:off x="4821480" y="397080"/>
            <ns1:ext cx="3602160" cy="4349160"/>
          </ns1:xfrm>
          <ns1:prstGeom prst="rect">
            <ns1:avLst/>
          </ns1:prstGeom>
          <ns1:noFill/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</ns0:pic>
      <ns0:sp>
        <ns0:nvSpPr>
          <ns0:cNvPr id="307" name="Google Shape;307;p5"/>
          <ns0:cNvSpPr/>
          <ns0:nvPr/>
        </ns0:nvSpPr>
        <ns0:spPr>
          <ns1:xfrm>
            <ns1:off x="63000" y="1643040"/>
            <ns1:ext cx="1844280" cy="589680"/>
          </ns1:xfrm>
          <ns1:prstGeom prst="rightArrow">
            <ns1:avLst>
              <ns1:gd fmla="val 50000" name="adj1"/>
              <ns1:gd fmla="val 50000" name="adj2"/>
            </ns1:avLst>
          </ns1:prstGeom>
          <ns1:solidFill>
            <ns1:schemeClr val="lt2"/>
          </ns1:solidFill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182875" lIns="91425" spcFirstLastPara="1" rIns="91425" wrap="square" tIns="182875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1400"/>
              <ns1:buFont typeface="Lato"/>
              <ns1:buNone/>
            </ns1:pPr>
            <ns1:r>
              <ns1:rPr b="0" i="0" lang="en" sz="1400" u="none" cap="none" strike="noStrike">
                <ns1:solidFill>
                  <ns1:srgbClr val="000000"/>
                </ns1:solidFill>
                <ns1:latin typeface="Lato"/>
                <ns1:ea typeface="Lato"/>
                <ns1:cs typeface="Lato"/>
                <ns1:sym typeface="Lato"/>
              </ns1:rPr>
              <ns1:t>Closing Notes</ns1:t>
            </ns1:r>
            <ns1:endParaRPr b="0" i="0" sz="1400" u="none" cap="none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308" name="Google Shape;308;p5"/>
          <ns0:cNvSpPr/>
          <ns0:nvPr/>
        </ns0:nvSpPr>
        <ns0:spPr>
          <ns1:xfrm flipH="1">
            <ns1:off x="7097760" y="947520"/>
            <ns1:ext cx="1996920" cy="589680"/>
          </ns1:xfrm>
          <ns1:prstGeom prst="rightArrow">
            <ns1:avLst>
              <ns1:gd fmla="val 50000" name="adj1"/>
              <ns1:gd fmla="val 50000" name="adj2"/>
            </ns1:avLst>
          </ns1:prstGeom>
          <ns1:solidFill>
            <ns1:schemeClr val="lt2"/>
          </ns1:solidFill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182875" lIns="91425" spcFirstLastPara="1" rIns="91425" wrap="square" tIns="182875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1400"/>
              <ns1:buFont typeface="Lato"/>
              <ns1:buNone/>
            </ns1:pPr>
            <ns1:r>
              <ns1:rPr b="0" i="0" lang="en" sz="1400" u="none" cap="none" strike="noStrike">
                <ns1:solidFill>
                  <ns1:srgbClr val="000000"/>
                </ns1:solidFill>
                <ns1:latin typeface="Lato"/>
                <ns1:ea typeface="Lato"/>
                <ns1:cs typeface="Lato"/>
                <ns1:sym typeface="Lato"/>
              </ns1:rPr>
              <ns1:t>Key takeaway</ns1:t>
            </ns1:r>
            <ns1:endParaRPr b="0" i="0" sz="1400" u="none" cap="none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309" name="Google Shape;309;p5"/>
          <ns0:cNvSpPr/>
          <ns0:nvPr/>
        </ns0:nvSpPr>
        <ns0:spPr>
          <ns1:xfrm flipH="1">
            <ns1:off x="7097760" y="3145320"/>
            <ns1:ext cx="1996920" cy="589680"/>
          </ns1:xfrm>
          <ns1:prstGeom prst="rightArrow">
            <ns1:avLst>
              <ns1:gd fmla="val 50000" name="adj1"/>
              <ns1:gd fmla="val 50000" name="adj2"/>
            </ns1:avLst>
          </ns1:prstGeom>
          <ns1:solidFill>
            <ns1:schemeClr val="lt2"/>
          </ns1:solidFill>
          <ns1:ln cap="flat" cmpd="sng" w="9525">
            <ns1:solidFill>
              <ns1:srgbClr val="5E696C"/>
            </ns1:solidFill>
            <ns1:prstDash val="solid"/>
            <ns1:round/>
            <ns1:headEnd len="sm" w="sm" type="none"/>
            <ns1:tailEnd len="sm" w="sm" type="none"/>
          </ns1:ln>
        </ns0:spPr>
        <ns0:txBody>
          <ns1:bodyPr anchorCtr="0" anchor="ctr" bIns="182875" lIns="91425" spcFirstLastPara="1" rIns="91425" wrap="square" tIns="182875">
            <ns1:noAutofit/>
          </ns1:bodyPr>
          <ns1:lstStyle/>
          <ns1:p>
            <ns1:pPr indent="0" lvl="0" marL="0" marR="0" rtl="0" algn="ctr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000000"/>
              </ns1:buClr>
              <ns1:buSzPts val="1400"/>
              <ns1:buFont typeface="Lato"/>
              <ns1:buNone/>
            </ns1:pPr>
            <ns1:r>
              <ns1:rPr b="0" i="0" lang="en" sz="1400" u="none" cap="none" strike="noStrike">
                <ns1:solidFill>
                  <ns1:srgbClr val="000000"/>
                </ns1:solidFill>
                <ns1:latin typeface="Lato"/>
                <ns1:ea typeface="Lato"/>
                <ns1:cs typeface="Lato"/>
                <ns1:sym typeface="Lato"/>
              </ns1:rPr>
              <ns1:t>Follow-up</ns1:t>
            </ns1:r>
            <ns1:endParaRPr b="0" i="0" sz="1400" u="none" cap="none" strike="noStrike">
              <ns1:latin typeface="Arial"/>
              <ns1:ea typeface="Arial"/>
              <ns1:cs typeface="Arial"/>
              <ns1:sym typeface="Arial"/>
            </ns1:endParaRP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>
    <ns0:spTree>
      <ns0:nvGrpSpPr>
        <ns0:cNvPr id="314" name="Shape 314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15" name="Google Shape;315;p6"/>
          <ns0:cNvSpPr txBox="1"/>
          <ns0:nvPr>
            <ns0:ph type="title"/>
          </ns0:nvPr>
        </ns0:nvSpPr>
        <ns0:spPr>
          <ns1:xfrm>
            <ns1:off x="311760" y="391320"/>
            <ns1:ext cx="8520120" cy="62568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0" spcFirstLastPara="1" rIns="0" wrap="square" tIns="91425">
            <ns1:noAutofit/>
          </ns1:bodyPr>
          <ns1:lstStyle/>
          <ns1:p>
            <ns1:pPr indent="0" lvl="0" marL="0" rtl="0" algn="l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F55E61"/>
              </ns1:buClr>
              <ns1:buSzPts val="3200"/>
              <ns1:buFont typeface="Playfair Display"/>
              <ns1:buNone/>
            </ns1:pPr>
            <ns1:r>
              <ns1:rPr b="1" lang="en" sz="3200" strike="noStrike">
                <ns1:solidFill>
                  <ns1:srgbClr val="F55E61"/>
                </ns1:solidFill>
                <ns1:latin typeface="Playfair Display"/>
                <ns1:ea typeface="Playfair Display"/>
                <ns1:cs typeface="Playfair Display"/>
                <ns1:sym typeface="Playfair Display"/>
              </ns1:rPr>
              <ns1:t>Community Learning Showcase</ns1:t>
            </ns1:r>
            <ns1:endParaRPr b="0" sz="3200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  <ns0:sp>
        <ns0:nvSpPr>
          <ns0:cNvPr id="316" name="Google Shape;316;p6"/>
          <ns0:cNvSpPr txBox="1"/>
          <ns0:nvPr>
            <ns0:ph idx="1" type="body"/>
          </ns0:nvPr>
        </ns0:nvSpPr>
        <ns0:spPr>
          <ns1:xfrm>
            <ns1:off x="311760" y="1152360"/>
            <ns1:ext cx="8520120" cy="3416040"/>
          </ns1:xfrm>
          <ns1:prstGeom prst="rect">
            <ns1:avLst/>
          </ns1:prstGeom>
          <ns1:noFill/>
          <ns1:ln>
            <ns1:noFill/>
          </ns1:ln>
        </ns0:spPr>
        <ns0:txBody>
          <ns1:bodyPr anchorCtr="0" anchor="t" bIns="91425" lIns="0" spcFirstLastPara="1" rIns="0" wrap="square" tIns="91425">
            <ns1:noAutofit/>
          </ns1:bodyPr>
          <ns1:lstStyle/>
          <ns1:p>
            <ns1:pPr indent="-343080" lvl="0" marL="457200" marR="0" rtl="0" algn="l">
              <ns1:lnSpc>
                <ns1:spcPct val="115000"/>
              </ns1:lnSpc>
              <ns1:spcBef>
                <ns1:spcPts val="0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Program overview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15000"/>
              </ns1:lnSpc>
              <ns1:spcBef>
                <ns1:spcPts val="1001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Schedule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15000"/>
              </ns1:lnSpc>
              <ns1:spcBef>
                <ns1:spcPts val="1001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>Resources</ns1:t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15000"/>
              </ns1:lnSpc>
              <ns1:spcBef>
                <ns1:spcPts val="1001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/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17520" lvl="1" marL="914400" marR="0" rtl="0" algn="l">
              <ns1:lnSpc>
                <ns1:spcPct val="115000"/>
              </ns1:lnSpc>
              <ns1:spcBef>
                <ns1:spcPts val="1001"/>
              </ns1:spcBef>
              <ns1:spcAft>
                <ns1:spcPts val="0"/>
              </ns1:spcAft>
              <ns1:buClr>
                <ns1:srgbClr val="5E696C"/>
              </ns1:buClr>
              <ns1:buSzPts val="1400"/>
              <ns1:buFont typeface="Lato"/>
              <ns1:buChar char="○"/>
            </ns1:pPr>
            <ns1:r>
              <ns1:rPr b="0" i="0" lang="en" sz="14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/>
            </ns1:r>
            <ns1:endParaRPr b="0" i="0" sz="14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  <ns1:p>
            <ns1:pPr indent="-343080" lvl="0" marL="457200" marR="0" rtl="0" algn="l">
              <ns1:lnSpc>
                <ns1:spcPct val="115000"/>
              </ns1:lnSpc>
              <ns1:spcBef>
                <ns1:spcPts val="1001"/>
              </ns1:spcBef>
              <ns1:spcAft>
                <ns1:spcPts val="0"/>
              </ns1:spcAft>
              <ns1:buClr>
                <ns1:srgbClr val="5E696C"/>
              </ns1:buClr>
              <ns1:buSzPts val="1800"/>
              <ns1:buFont typeface="Lato"/>
              <ns1:buChar char="●"/>
            </ns1:pPr>
            <ns1:r>
              <ns1:rPr b="0" i="0" lang="en" sz="1800" u="none" cap="none" strike="noStrike">
                <ns1:solidFill>
                  <ns1:srgbClr val="5E696C"/>
                </ns1:solidFill>
                <ns1:latin typeface="Lato"/>
                <ns1:ea typeface="Lato"/>
                <ns1:cs typeface="Lato"/>
                <ns1:sym typeface="Lato"/>
              </ns1:rPr>
              <ns1:t/>
            </ns1:r>
            <ns1:endParaRPr b="0" i="0" sz="1800" u="none" cap="none" strike="noStrike">
              <ns1:solidFill>
                <ns1:srgbClr val="000000"/>
              </ns1:solidFill>
              <ns1:latin typeface="Arial"/>
              <ns1:ea typeface="Arial"/>
              <ns1:cs typeface="Arial"/>
              <ns1:sym typeface="Arial"/>
            </ns1:endParaRP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ns0:coreProperties xmlns:dc="http://purl.org/dc/elements/1.1/" xmlns:ns0="http://schemas.openxmlformats.org/package/2006/metadata/core-properties">
  <dc:creator>OSWorld</dc:creator>
</ns0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全屏显示(16:9)</vt:lpwstr>
  </property>
  <property fmtid="{D5CDD505-2E9C-101B-9397-08002B2CF9AE}" pid="4" name="Slides">
    <vt:i4>15</vt:i4>
  </property>
</Properties>
</file>