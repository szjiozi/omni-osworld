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2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594F1-8912-4E08-A7E8-4BBCB58CFB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313429-C4B3-43B7-B4E7-0C51A8BD69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B9100A-AA8E-4E58-AD1F-37F01DC6EE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42B65-F982-4662-A336-DDF27E11E8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FBB78-DC5D-403A-A2D1-26B7A3FC8A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7FDBE-F530-458D-B091-CB16FC3A0D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70B00-3E6B-400A-8117-8A4ED4EAF3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D02104-EC21-4580-BD3D-77983F6FEA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BD26A6-2CD8-4E4F-BF60-FDD1AEACA5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6EF39E-28BA-45D2-933E-F82DA4A7F0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9C8A98-ECC4-4A8D-B2E8-5AB13CDFE1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23E94D-EF36-49A0-A9F3-06D56524C7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37E92B-0F26-4419-B74F-FA9ED3D351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841ED-8DDF-4DAA-B215-8AECAC3A75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1BE3F-619F-4C7D-973A-AA23581C09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366C19-09FE-4C42-AB39-8DBD88AF2C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EFFEE-3DF5-4C68-B326-1C5BA9B64F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72AB4-D260-4C97-A70C-D2CE8B2742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22F28D-D5AC-4C36-BCAD-C484B604D3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E0CEDD-833F-4EDE-AD7C-9CD2AD039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10A04A-6C6D-4951-81C4-DCC56BCA46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6A285E-DAD6-4059-9397-D76E22C01E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BCE2A0-6B02-4551-84CE-AA5B73B9B3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95BB11-BB34-456F-9304-924739EDAF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4F22C7-6ACE-40B9-9CF7-591C540C35C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HK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EA1B51-800E-437E-8639-98FA577089D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2" name="Picture 3" descr="screenmain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8000"/>
          </ns1:xfrm>
          <ns1:prstGeom prst="rect">
            <ns1:avLst/>
          </ns1:prstGeom>
          <ns1:ln w="0">
            <ns1:noFill/>
          </ns1:ln>
        </ns0:spPr>
      </ns0:pic>
      <ns0:sp>
        <ns0:nvSpPr>
          <ns0:cNvPr id="83" name="PlaceHolder 1"/>
          <ns0:cNvSpPr>
            <ns1:spLocks noGrp="1"/>
          </ns0:cNvSpPr>
          <ns0:nvPr>
            <ns0:ph type="title"/>
          </ns0:nvPr>
        </ns0:nvSpPr>
        <ns0:spPr>
          <ns1:xfrm>
            <ns1:off x="685800" y="3286080"/>
            <ns1:ext cx="7772040" cy="146952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4400" spc="-1" strike="noStrike">
                <ns1:solidFill>
                  <ns1:srgbClr val="1F2933"/>
                </ns1:solidFill>
                <ns1:latin typeface="Calibri"/>
              </ns1:rPr>
              <ns1:t>Community Learning Showcase</ns1:t>
            </ns1:r>
            <ns1:endParaRPr b="0" lang="en-US" sz="4400" spc="-1" strike="noStrike">
              <ns1:solidFill>
                <ns1:srgbClr val="000000"/>
              </ns1:solidFill>
              <ns1:latin typeface="Calibri"/>
            </ns1:endParaRPr>
          </ns1:p>
        </ns0:txBody>
      </ns0:sp>
      <ns0:sp>
        <ns0:nvSpPr>
          <ns0:cNvPr id="84" name="TextBox 4"/>
          <ns0:cNvSpPr/>
          <ns0:nvPr/>
        </ns0:nvSpPr>
        <ns0:spPr>
          <ns1:xfrm>
            <ns1:off x="0" y="6523920"/>
            <ns1:ext cx="9143640" cy="5158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1400" spc="-1" strike="noStrike">
                <ns1:solidFill>
                  <ns1:srgbClr val="1F2933"/>
                </ns1:solidFill>
                <ns1:latin typeface="Calibri"/>
              </ns1:rPr>
              <ns1:t>Program overview</ns1:t>
            </ns1:r>
            <ns1:endParaRPr b="0" lang="en-HK" sz="1400" spc="-1" strike="noStrike">
              <ns1:latin typeface="Arial"/>
            </ns1:endParaRPr>
          </ns1:p>
          <ns1:p>
            <ns1:pPr algn="ctr">
              <ns1:lnSpc>
                <ns1:spcPct val="100000"/>
              </ns1:lnSpc>
              <ns1:buNone/>
            </ns1:pPr>
            <ns1:endParaRPr b="0" lang="en-HK" sz="1400" spc="-1" strike="noStrike">
              <ns1:latin typeface="Arial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5" name="Picture 3" descr="screenmain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8000"/>
          </ns1:xfrm>
          <ns1:prstGeom prst="rect">
            <ns1:avLst/>
          </ns1:prstGeom>
          <ns1:ln w="0">
            <ns1:noFill/>
          </ns1:ln>
        </ns0:spPr>
      </ns0:pic>
      <ns0:sp>
        <ns0:nvSpPr>
          <ns0:cNvPr id="86" name="PlaceHolder 1"/>
          <ns0:cNvSpPr>
            <ns1:spLocks noGrp="1"/>
          </ns0:cNvSpPr>
          <ns0:nvPr>
            <ns0:ph type="title"/>
          </ns0:nvPr>
        </ns0:nvSpPr>
        <ns0:spPr>
          <ns1:xfrm>
            <ns1:off x="685800" y="2939040"/>
            <ns1:ext cx="7772040" cy="146952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ctr">
            <ns1:no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4400" spc="-1" strike="noStrike">
                <ns1:solidFill>
                  <ns1:srgbClr val="1F2933"/>
                </ns1:solidFill>
                <ns1:latin typeface="Calibri"/>
              </ns1:rPr>
              <ns1:t>Workshop Plan</ns1:t>
            </ns1:r>
            <ns1:br>
              <ns1:rPr sz="4400"/>
            </ns1:br>
            <ns1:r>
              <ns1:rPr b="0" lang="en-US" sz="4400" spc="-1" strike="noStrike">
                <ns1:solidFill>
                  <ns1:srgbClr val="1F2933"/>
                </ns1:solidFill>
                <ns1:latin typeface="Calibri"/>
              </ns1:rPr>
              <ns1:t>Opening session</ns1:t>
            </ns1:r>
            <ns1:endParaRPr b="0" lang="en-US" sz="4400" spc="-1" strike="noStrike">
              <ns1:solidFill>
                <ns1:srgbClr val="000000"/>
              </ns1:solidFill>
              <ns1:latin typeface="Calibri"/>
            </ns1:endParaRPr>
          </ns1:p>
        </ns0:txBody>
      </ns0:sp>
      <ns0:sp>
        <ns0:nvSpPr>
          <ns0:cNvPr id="87" name="TextBox 4"/>
          <ns0:cNvSpPr/>
          <ns0:nvPr/>
        </ns0:nvSpPr>
        <ns0:spPr>
          <ns1:xfrm>
            <ns1:off x="0" y="6523920"/>
            <ns1:ext cx="9143640" cy="5158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1400" spc="-1" strike="noStrike">
                <ns1:solidFill>
                  <ns1:srgbClr val="1F2933"/>
                </ns1:solidFill>
                <ns1:latin typeface="Calibri"/>
              </ns1:rPr>
              <ns1:t>Hands-on activity</ns1:t>
            </ns1:r>
            <ns1:endParaRPr b="0" lang="en-HK" sz="1400" spc="-1" strike="noStrike">
              <ns1:latin typeface="Arial"/>
            </ns1:endParaRPr>
          </ns1:p>
          <ns1:p>
            <ns1:pPr algn="ctr">
              <ns1:lnSpc>
                <ns1:spcPct val="100000"/>
              </ns1:lnSpc>
              <ns1:buNone/>
            </ns1:pPr>
            <ns1:endParaRPr b="0" lang="en-HK" sz="1400" spc="-1" strike="noStrike">
              <ns1:latin typeface="Arial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8" name="Picture 3" descr="catshark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7640"/>
          </ns1:xfrm>
          <ns1:prstGeom prst="rect">
            <ns1:avLst/>
          </ns1:prstGeom>
          <ns1:ln w="0">
            <ns1:noFill/>
          </ns1:ln>
        </ns0:spPr>
      </ns0:pic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9" name="Picture 10" descr="TMslidebkd2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7640"/>
          </ns1:xfrm>
          <ns1:prstGeom prst="rect">
            <ns1:avLst/>
          </ns1:prstGeom>
          <ns1:ln w="0">
            <ns1:noFill/>
          </ns1:ln>
        </ns0:spPr>
      </ns0:pic>
      <ns0:sp>
        <ns0:nvSpPr>
          <ns0:cNvPr id="90" name="TextBox 12"/>
          <ns0:cNvSpPr/>
          <ns0:nvPr/>
        </ns0:nvSpPr>
        <ns0:spPr>
          <ns1:xfrm>
            <ns1:off x="174240" y="184680"/>
            <ns1:ext cx="7977960" cy="36396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457200" indent="-457200">
              <ns1:lnSpc>
                <ns1:spcPct val="100000"/>
              </ns1:lnSpc>
              <ns1:buNone/>
              <ns1:tabLst>
                <ns1:tab algn="l" pos="0"/>
              </ns1:tabLst>
            </ns1:pPr>
            <ns1:r>
              <ns1:rPr b="0" lang="en-US" sz="1800" spc="-1" strike="noStrike">
                <ns1:solidFill>
                  <ns1:srgbClr val="1F2933"/>
                </ns1:solidFill>
                <ns1:latin typeface="Calibri"/>
              </ns1:rPr>
              <ns1:t>Resource Guide</ns1:t>
            </ns1:r>
            <ns1:endParaRPr b="0" lang="en-HK" sz="1800" spc="-1" strike="noStrike">
              <ns1:latin typeface="Arial"/>
            </ns1:endParaRPr>
          </ns1:p>
        </ns0:txBody>
      </ns0:sp>
      <ns0:sp>
        <ns0:nvSpPr>
          <ns0:cNvPr id="91" name="TextBox 13"/>
          <ns0:cNvSpPr/>
          <ns0:nvPr/>
        </ns0:nvSpPr>
        <ns0:spPr>
          <ns1:xfrm>
            <ns1:off x="1085040" y="1318320"/>
            <ns1:ext cx="7241400" cy="203940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Venue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 </ns1:t>
            </ns1:r>
            <ns1:endParaRPr b="0" lang="en-HK" sz="3200" spc="-1" strike="noStrike">
              <ns1:latin typeface="Arial"/>
            </ns1:endParaRPr>
          </ns1:p>
          <ns1:p>
            <ns1:pPr>
              <ns1:lnSpc>
                <ns1:spcPct val="100000"/>
              </ns1:lnSpc>
              <ns1:buNone/>
            </ns1:pPr>
            <ns1:endParaRPr b="0" lang="en-HK" sz="3200" spc="-1" strike="noStrike">
              <ns1:latin typeface="Arial"/>
            </ns1:endParaRPr>
          </ns1:p>
        </ns0:txBody>
      </ns0:sp>
      <ns0:sp>
        <ns0:nvSpPr>
          <ns0:cNvPr id="92" name="Rectangle 14"/>
          <ns0:cNvSpPr/>
          <ns0:nvPr/>
        </ns0:nvSpPr>
        <ns0:spPr>
          <ns1:xfrm>
            <ns1:off x="1732320" y="3026160"/>
            <ns1:ext cx="595260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93" name="Rectangle 15"/>
          <ns0:cNvSpPr/>
          <ns0:nvPr/>
        </ns0:nvSpPr>
        <ns0:spPr>
          <ns1:xfrm>
            <ns1:off x="1765080" y="4298760"/>
            <ns1:ext cx="554004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94" name="TextBox 6"/>
          <ns0:cNvSpPr/>
          <ns0:nvPr/>
        </ns0:nvSpPr>
        <ns0:spPr>
          <ns1:xfrm>
            <ns1:off x="0" y="6589080"/>
            <ns1:ext cx="9143640" cy="39420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1000" spc="-1" strike="noStrike">
                <ns1:solidFill>
                  <ns1:srgbClr val="1F2933"/>
                </ns1:solidFill>
                <ns1:latin typeface="Calibri"/>
              </ns1:rPr>
              <ns1:t>Materials</ns1:t>
            </ns1:r>
            <ns1:endParaRPr b="0" lang="en-HK" sz="1000" spc="-1" strike="noStrike">
              <ns1:latin typeface="Arial"/>
            </ns1:endParaRPr>
          </ns1:p>
          <ns1:p>
            <ns1:pPr algn="ctr">
              <ns1:lnSpc>
                <ns1:spcPct val="100000"/>
              </ns1:lnSpc>
              <ns1:buNone/>
            </ns1:pPr>
            <ns1:endParaRPr b="0" lang="en-HK" sz="1000" spc="-1" strike="noStrike">
              <ns1:latin typeface="Arial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  <ns0:timing>
    <ns0:tnLst>
      <ns0:par>
        <ns0:cTn id="1" dur="indefinite" restart="never" nodeType="tmRoot">
          <ns0:childTnLst>
            <ns0:seq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nodeType="clickEffect" fill="hold" presetClass="entr" presetID="1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1">
                                            <ns0:txEl>
                                              <ns0:pRg st="0" end="0"/>
                                            </ns0:txEl>
                                          </ns0:spTgt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" fill="hold">
                      <ns0:stCondLst>
                        <ns0:cond delay="indefinite"/>
                      </ns0:stCondLst>
                      <ns0:childTnLst>
                        <ns0:par>
                          <ns0:cTn id="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" nodeType="clickEffect" fill="hold" presetClass="entr" presetID="1">
                                  <ns0:stCondLst>
                                    <ns0:cond delay="0"/>
                                  </ns0:stCondLst>
                                  <ns0:endCondLst>
                                    <ns0:cond delay="0" evt="begin">
                                      <ns0:tn val="9"/>
                                    </ns0:cond>
                                  </ns0:end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1" fill="hold">
                      <ns0:stCondLst>
                        <ns0:cond delay="indefinite"/>
                      </ns0:stCondLst>
                      <ns0:childTnLst>
                        <ns0:par>
                          <ns0:cTn id="12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3" nodeType="clickEffect" fill="hold" presetClass="entr" presetID="1">
                                  <ns0:stCondLst>
                                    <ns0:cond delay="0"/>
                                  </ns0:stCondLst>
                                  <ns0:endCondLst>
                                    <ns0:cond delay="0" evt="begin">
                                      <ns0:tn val="13"/>
                                    </ns0:cond>
                                  </ns0:endCondLst>
                                  <ns0:childTnLst>
                                    <ns0:set>
                                      <ns0:cBhvr>
                                        <ns0:cTn id="1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>
                  <ns0:tgtEl>
                    <ns0:sldTgt/>
                  </ns0:tgtEl>
                </ns0:cond>
              </ns0:prevCondLst>
              <ns0:nextCondLst>
                <ns0:cond evt="onNext">
                  <ns0:tgtEl>
                    <ns0:sldTgt/>
                  </ns0:tgtEl>
                </ns0:cond>
              </ns0:nextCondLst>
            </ns0:seq>
          </ns0:childTnLst>
        </ns0:cTn>
      </ns0:par>
    </ns0:tnLst>
  </ns0:timing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95" name="Picture 10" descr="TMslidebkd2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7640"/>
          </ns1:xfrm>
          <ns1:prstGeom prst="rect">
            <ns1:avLst/>
          </ns1:prstGeom>
          <ns1:ln w="0">
            <ns1:noFill/>
          </ns1:ln>
        </ns0:spPr>
      </ns0:pic>
      <ns0:sp>
        <ns0:nvSpPr>
          <ns0:cNvPr id="96" name="TextBox 12"/>
          <ns0:cNvSpPr/>
          <ns0:nvPr/>
        </ns0:nvSpPr>
        <ns0:spPr>
          <ns1:xfrm>
            <ns1:off x="174240" y="184680"/>
            <ns1:ext cx="7977960" cy="36396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457200" indent="-457200">
              <ns1:lnSpc>
                <ns1:spcPct val="100000"/>
              </ns1:lnSpc>
              <ns1:buNone/>
              <ns1:tabLst>
                <ns1:tab algn="l" pos="0"/>
              </ns1:tabLst>
            </ns1:pPr>
            <ns1:r>
              <ns1:rPr b="0" lang="en-US" sz="1800" spc="-1" strike="noStrike">
                <ns1:solidFill>
                  <ns1:srgbClr val="1F2933"/>
                </ns1:solidFill>
                <ns1:latin typeface="Calibri"/>
              </ns1:rPr>
              <ns1:t>Closing Notes</ns1:t>
            </ns1:r>
            <ns1:endParaRPr b="0" lang="en-HK" sz="1800" spc="-1" strike="noStrike">
              <ns1:latin typeface="Arial"/>
            </ns1:endParaRPr>
          </ns1:p>
        </ns0:txBody>
      </ns0:sp>
      <ns0:sp>
        <ns0:nvSpPr>
          <ns0:cNvPr id="97" name="TextBox 13"/>
          <ns0:cNvSpPr/>
          <ns0:nvPr/>
        </ns0:nvSpPr>
        <ns0:spPr>
          <ns1:xfrm>
            <ns1:off x="1085040" y="1318320"/>
            <ns1:ext cx="7241400" cy="30142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Key takeaway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 </ns1:t>
            </ns1:r>
            <ns1:endParaRPr b="0" lang="en-HK" sz="3200" spc="-1" strike="noStrike">
              <ns1:latin typeface="Arial"/>
            </ns1:endParaRPr>
          </ns1:p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Follow-up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Thank you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 </ns1:t>
            </ns1:r>
            <ns1:endParaRPr b="0" lang="en-HK" sz="3200" spc="-1" strike="noStrike">
              <ns1:latin typeface="Arial"/>
            </ns1:endParaRPr>
          </ns1:p>
        </ns0:txBody>
      </ns0:sp>
      <ns0:sp>
        <ns0:nvSpPr>
          <ns0:cNvPr id="98" name="Rectangle 14"/>
          <ns0:cNvSpPr/>
          <ns0:nvPr/>
        </ns0:nvSpPr>
        <ns0:spPr>
          <ns1:xfrm>
            <ns1:off x="1732320" y="3026160"/>
            <ns1:ext cx="595260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99" name="Rectangle 15"/>
          <ns0:cNvSpPr/>
          <ns0:nvPr/>
        </ns0:nvSpPr>
        <ns0:spPr>
          <ns1:xfrm>
            <ns1:off x="1765080" y="4298760"/>
            <ns1:ext cx="554004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100" name="TextBox 6"/>
          <ns0:cNvSpPr/>
          <ns0:nvPr/>
        </ns0:nvSpPr>
        <ns0:spPr>
          <ns1:xfrm>
            <ns1:off x="0" y="6589080"/>
            <ns1:ext cx="9143640" cy="39420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1000" spc="-1" strike="noStrike">
                <ns1:solidFill>
                  <ns1:srgbClr val="1F2933"/>
                </ns1:solidFill>
                <ns1:latin typeface="Calibri"/>
              </ns1:rPr>
              <ns1:t/>
            </ns1:r>
            <ns1:endParaRPr b="0" lang="en-HK" sz="1000" spc="-1" strike="noStrike">
              <ns1:latin typeface="Arial"/>
            </ns1:endParaRPr>
          </ns1:p>
          <ns1:p>
            <ns1:pPr algn="ctr">
              <ns1:lnSpc>
                <ns1:spcPct val="100000"/>
              </ns1:lnSpc>
              <ns1:buNone/>
            </ns1:pPr>
            <ns1:endParaRPr b="0" lang="en-HK" sz="1000" spc="-1" strike="noStrike">
              <ns1:latin typeface="Arial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01" name="Picture 10" descr="TMslidebkd2.jpg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9143640" cy="6857640"/>
          </ns1:xfrm>
          <ns1:prstGeom prst="rect">
            <ns1:avLst/>
          </ns1:prstGeom>
          <ns1:ln w="0">
            <ns1:noFill/>
          </ns1:ln>
        </ns0:spPr>
      </ns0:pic>
      <ns0:sp>
        <ns0:nvSpPr>
          <ns0:cNvPr id="102" name="TextBox 12"/>
          <ns0:cNvSpPr/>
          <ns0:nvPr/>
        </ns0:nvSpPr>
        <ns0:spPr>
          <ns1:xfrm>
            <ns1:off x="174240" y="184680"/>
            <ns1:ext cx="7977960" cy="36396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457200" indent="-457200">
              <ns1:lnSpc>
                <ns1:spcPct val="100000"/>
              </ns1:lnSpc>
              <ns1:buNone/>
              <ns1:tabLst>
                <ns1:tab algn="l" pos="0"/>
              </ns1:tabLst>
            </ns1:pPr>
            <ns1:r>
              <ns1:rPr b="0" lang="en-US" sz="1800" spc="-1" strike="noStrike">
                <ns1:solidFill>
                  <ns1:srgbClr val="1F2933"/>
                </ns1:solidFill>
                <ns1:latin typeface="Calibri"/>
              </ns1:rPr>
              <ns1:t>Community Learning Showcase</ns1:t>
            </ns1:r>
            <ns1:endParaRPr b="0" lang="en-HK" sz="1800" spc="-1" strike="noStrike">
              <ns1:latin typeface="Arial"/>
            </ns1:endParaRPr>
          </ns1:p>
        </ns0:txBody>
      </ns0:sp>
      <ns0:sp>
        <ns0:nvSpPr>
          <ns0:cNvPr id="103" name="TextBox 13"/>
          <ns0:cNvSpPr/>
          <ns0:nvPr/>
        </ns0:nvSpPr>
        <ns0:spPr>
          <ns1:xfrm>
            <ns1:off x="1085040" y="1318320"/>
            <ns1:ext cx="7241400" cy="350172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Program overview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 </ns1:t>
            </ns1:r>
            <ns1:endParaRPr b="0" lang="en-HK" sz="3200" spc="-1" strike="noStrike">
              <ns1:latin typeface="Arial"/>
            </ns1:endParaRPr>
          </ns1:p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Schedule</ns1:t>
            </ns1:r>
            <ns1:br>
              <ns1:rPr sz="3200"/>
            </ns1:b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 </ns1:t>
            </ns1:r>
            <ns1:endParaRPr b="0" lang="en-HK" sz="3200" spc="-1" strike="noStrike">
              <ns1:latin typeface="Arial"/>
            </ns1:endParaRPr>
          </ns1:p>
          <ns1:p>
            <ns1:pPr marL="514440" indent="-514440">
              <ns1:lnSpc>
                <ns1:spcPct val="100000"/>
              </ns1:lnSpc>
              <ns1:buClr>
                <ns1:srgbClr val="000000"/>
              </ns1:buClr>
              <ns1:buFont typeface="Calibri"/>
              <ns1:buAutoNum type="arabicPeriod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Resources</ns1:t>
            </ns1:r>
            <ns1:endParaRPr b="0" lang="en-HK" sz="3200" spc="-1" strike="noStrike">
              <ns1:latin typeface="Arial"/>
            </ns1:endParaRPr>
          </ns1:p>
          <ns1:p>
            <ns1:pPr>
              <ns1:lnSpc>
                <ns1:spcPct val="100000"/>
              </ns1:lnSpc>
              <ns1:buNone/>
            </ns1:pPr>
            <ns1:endParaRPr b="0" lang="en-HK" sz="3200" spc="-1" strike="noStrike">
              <ns1:latin typeface="Arial"/>
            </ns1:endParaRPr>
          </ns1:p>
        </ns0:txBody>
      </ns0:sp>
      <ns0:sp>
        <ns0:nvSpPr>
          <ns0:cNvPr id="104" name="Rectangle 14"/>
          <ns0:cNvSpPr/>
          <ns0:nvPr/>
        </ns0:nvSpPr>
        <ns0:spPr>
          <ns1:xfrm>
            <ns1:off x="1732320" y="3026160"/>
            <ns1:ext cx="595260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105" name="Rectangle 15"/>
          <ns0:cNvSpPr/>
          <ns0:nvPr/>
        </ns0:nvSpPr>
        <ns0:spPr>
          <ns1:xfrm>
            <ns1:off x="1765080" y="4298760"/>
            <ns1:ext cx="5540040" cy="55368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/>
          <ns1:p/>
        </ns0:txBody>
      </ns0:sp>
      <ns0:sp>
        <ns0:nvSpPr>
          <ns0:cNvPr id="106" name="TextBox 6"/>
          <ns0:cNvSpPr/>
          <ns0:nvPr/>
        </ns0:nvSpPr>
        <ns0:spPr>
          <ns1:xfrm>
            <ns1:off x="0" y="6589080"/>
            <ns1:ext cx="9143640" cy="394200"/>
          </ns1:xfrm>
          <ns1:prstGeom prst="rect">
            <ns1:avLst/>
          </ns1:prstGeom>
          <ns1:noFill/>
          <ns1:ln w="0">
            <ns1:noFill/>
          </ns1:ln>
        </ns0:spPr>
        <ns0:style>
          <ns1:lnRef idx="0"/>
          <ns1:fillRef idx="0"/>
          <ns1:effectRef idx="0"/>
          <ns1:fontRef idx="minor"/>
        </ns0:style>
        <ns0:txBody>
          <ns1:bodyPr lIns="90000" rIns="90000" tIns="45000" bIns="45000" anchor="t">
            <ns1:sp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1000" spc="-1" strike="noStrike">
                <ns1:solidFill>
                  <ns1:srgbClr val="1F2933"/>
                </ns1:solidFill>
                <ns1:latin typeface="Calibri"/>
              </ns1:rPr>
              <ns1:t/>
            </ns1:r>
            <ns1:endParaRPr b="0" lang="en-HK" sz="1000" spc="-1" strike="noStrike">
              <ns1:latin typeface="Arial"/>
            </ns1:endParaRPr>
          </ns1:p>
          <ns1:p>
            <ns1:pPr algn="ctr">
              <ns1:lnSpc>
                <ns1:spcPct val="100000"/>
              </ns1:lnSpc>
              <ns1:buNone/>
            </ns1:pPr>
            <ns1:endParaRPr b="0" lang="en-HK" sz="1000" spc="-1" strike="noStrike">
              <ns1:latin typeface="Arial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</TotalTime>
  <Application>LibreOffice/7.3.7.2$Linux_X86_64 LibreOffice_project/30$Build-2</Application>
  <AppVersion>15.0000</AppVersion>
  <Words>710</Words>
  <Paragraphs>129</Paragraphs>
  <Company>Operation Write Home</Company>
</Properties>
</file>

<file path=docProps/core.xml><?xml version="1.0" encoding="utf-8"?>
<ns0:coreProperties xmlns:dc="http://purl.org/dc/elements/1.1/" xmlns:ns0="http://schemas.openxmlformats.org/package/2006/metadata/core-properties" xmlns:ns1="http://purl.org/dc/terms/" xmlns:xsi="http://www.w3.org/2001/XMLSchema-instance">
  <ns1:created xsi:type="dcterms:W3CDTF">2016-12-02T00:37:13Z</ns1:created>
  <dc:creator>OSWorld</dc:creator>
  <dc:description/>
  <dc:language>en-HK</dc:language>
  <ns0:lastModifiedBy>OSWorld</ns0:lastModifiedBy>
  <ns1:modified xsi:type="dcterms:W3CDTF">2016-12-02T00:38:42Z</ns1:modified>
  <ns0:revision>14</ns0:revision>
  <dc:subject/>
  <dc:title>Adapted Impress seed</dc:title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17</vt:i4>
  </property>
</Properties>
</file>